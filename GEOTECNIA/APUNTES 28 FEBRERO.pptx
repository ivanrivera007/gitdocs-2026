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7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D6670-C689-84D0-BCAD-FDFDFF744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28D1C7-9B06-E6DA-F411-31A98DD1D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B08711-5786-89D4-4716-37DC62454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1F9F-CB8C-485A-B3B5-25CF5565FFA0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70F5D3-23D6-6607-696E-EB6177EA7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E583C0-5363-E466-28EC-11D964DB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ABDF-84A4-44F9-8999-10DD02860FD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86333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8BD72-6C8F-6DC8-69BB-BC24F0AFD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944DC5-39F9-9DE4-10A1-CA9AA0848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616760-D143-D003-6B27-FED03AA5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1F9F-CB8C-485A-B3B5-25CF5565FFA0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1E2BF2-BB3E-3886-AC83-6368CA309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F045D9-A47A-6AC2-418C-2AE34D94F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ABDF-84A4-44F9-8999-10DD02860FD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0309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D233F-6457-0491-43ED-DECDC8B39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30D6D3-E999-4050-3964-D187F9701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AA6FB7-4AB5-43C0-731A-062A4AB5D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1F9F-CB8C-485A-B3B5-25CF5565FFA0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D30AB-B374-F5AA-3F37-F42CC6800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3D1628-3C5B-FAAD-DEF7-E0F89D0B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ABDF-84A4-44F9-8999-10DD02860FD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29896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02ABB-B51E-20A9-3762-A1BE2E4A6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027408-D618-1B2E-9DD7-AAA8D7D883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FA0DE2-B867-504E-D5ED-E717DB14D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90A087-8266-43D4-33BC-F87E31524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1F9F-CB8C-485A-B3B5-25CF5565FFA0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647FE9-7DC4-0621-017A-2528F5195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746B5C-D7BA-EAA2-11BD-DCBD1D0D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ABDF-84A4-44F9-8999-10DD02860FD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645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C1F75E-AB59-815E-2610-B7E6F0AF5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B6EF5-69F0-E0E9-F20D-CA992D637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4ED532-3CFB-AF9D-ECCB-0EA3CC29F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111AA5-28E4-D977-C19A-924FBDF13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51B7FD7-1011-9F03-7741-3A47EA28B4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02B7F93-4BB8-638E-BEE1-F56FD9395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1F9F-CB8C-485A-B3B5-25CF5565FFA0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363B359-A97B-C200-DBD0-FACA83B2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30255AA-614E-51F6-900E-CDC8160C0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ABDF-84A4-44F9-8999-10DD02860FD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6710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3429C-65DE-A752-C55D-0E6CC2CD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437D4BB-FC44-DB52-A988-51F7D4B0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1F9F-CB8C-485A-B3B5-25CF5565FFA0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1CE83A4-E442-A87A-4DD5-A7F2514B2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D3B1F5E-8B6E-6FCF-C15F-4C382D54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ABDF-84A4-44F9-8999-10DD02860FD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92120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A05FF1F-F693-48AE-B894-A543F7C0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1F9F-CB8C-485A-B3B5-25CF5565FFA0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FAEF7F9-A584-2FDC-9906-382062F08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5E5BC3-FAC8-0FB0-AAA8-6F720771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ABDF-84A4-44F9-8999-10DD02860FD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74517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311E0-FF5B-CF96-3407-9D5343101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2D28ED-B110-4C07-78AF-A86F0D80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BC55D2-546C-0FBA-1E9F-86DF95469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C1B6AF-C1D4-DB76-B7B3-7AA7F018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1F9F-CB8C-485A-B3B5-25CF5565FFA0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89C51E-9476-DAAA-20D6-188E9B4BA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974B0F-4D6E-2DEC-47C7-D191A5AB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ABDF-84A4-44F9-8999-10DD02860FD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3162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B526F-E0F9-4F70-591F-1BFF9C743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FCD84DC-4682-4F63-9A01-B762475F4C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7D0099-1D21-4C8D-D711-BF64F7A83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4CDDED-72D3-DCA3-05C9-94170AD57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1F9F-CB8C-485A-B3B5-25CF5565FFA0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ADF503-77A9-0579-FAA4-708287B76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D42AB8-94DF-A01D-033E-9C56A3B6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ABDF-84A4-44F9-8999-10DD02860FD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4740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1938F-ED86-F27A-6C4F-6E82E736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CA1427-E311-A3B0-9EF1-C7041A4EB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B9D5A3-4D1F-B134-D8B5-45C99C6C7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1F9F-CB8C-485A-B3B5-25CF5565FFA0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9BD82A-4402-25B6-47A6-35AF36B7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0958B4-B1B6-75D1-32C1-E30324605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ABDF-84A4-44F9-8999-10DD02860FD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93152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B98364C-21FD-5007-8A32-1932A4D459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0DDAE49-4A0A-0C26-CAB7-5934ECBF4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FB2FA4-7B08-1F7F-D64D-04054328D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1F9F-CB8C-485A-B3B5-25CF5565FFA0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093196-5BAB-D4A0-5955-46B330E0F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380BBC-772F-3EBF-2AB5-B0B74F049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ABDF-84A4-44F9-8999-10DD02860FD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15513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EA19FD7-B367-63DD-5C57-0C5D9035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B555C6-0C74-583F-CDBE-FB8249E54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EF898A-09D9-DD56-6AEC-E947F7CA0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A1F9F-CB8C-485A-B3B5-25CF5565FFA0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C621AB-197D-582C-524A-3F7B5E627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FEE5D5-4B41-F9E1-FD88-3BA898975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7ABDF-84A4-44F9-8999-10DD02860FD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03983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31942-650F-44E5-3131-5E178643B9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3E816D-4027-C8B7-412A-9070349012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57435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D44F09-46E6-BC38-5549-5BE08A9A3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Origen del suelo </a:t>
            </a:r>
          </a:p>
        </p:txBody>
      </p:sp>
    </p:spTree>
    <p:extLst>
      <p:ext uri="{BB962C8B-B14F-4D97-AF65-F5344CB8AC3E}">
        <p14:creationId xmlns:p14="http://schemas.microsoft.com/office/powerpoint/2010/main" val="562071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B715B-CD2E-AF33-0097-B6603A69E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E2FE91-0D28-5FF4-E06E-23982785A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538162"/>
            <a:ext cx="8963025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07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673BE-0D73-FDE6-AAB2-0BA5C255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6732B8-D532-57AF-206A-F48873890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87" y="561975"/>
            <a:ext cx="8810625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99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E8B73FB-154D-4FC8-E1FB-1BEF0FD24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 err="1"/>
              <a:t>Clasificacion</a:t>
            </a:r>
            <a:r>
              <a:rPr lang="es-GT" dirty="0"/>
              <a:t> de suelos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031F394-54B0-11FE-D90F-5BA3494FA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GT" dirty="0"/>
              <a:t>Gruesos: son suelos </a:t>
            </a:r>
            <a:r>
              <a:rPr lang="es-GT" dirty="0" err="1"/>
              <a:t>inhertes</a:t>
            </a:r>
            <a:r>
              <a:rPr lang="es-GT" dirty="0"/>
              <a:t>, no son cohesivos, no podemos agarrar </a:t>
            </a:r>
            <a:r>
              <a:rPr lang="es-GT" dirty="0" err="1"/>
              <a:t>particulas</a:t>
            </a:r>
            <a:r>
              <a:rPr lang="es-GT" dirty="0"/>
              <a:t> de gravas y unirlos </a:t>
            </a:r>
          </a:p>
          <a:p>
            <a:pPr lvl="1"/>
            <a:r>
              <a:rPr lang="es-GT" dirty="0"/>
              <a:t>SON suelos permeables, el agua se va para abajo</a:t>
            </a:r>
          </a:p>
          <a:p>
            <a:pPr lvl="1"/>
            <a:r>
              <a:rPr lang="es-GT" dirty="0"/>
              <a:t>La piedra no necesita drenaje </a:t>
            </a:r>
          </a:p>
          <a:p>
            <a:pPr lvl="1"/>
            <a:r>
              <a:rPr lang="es-GT" dirty="0" err="1"/>
              <a:t>Analisis</a:t>
            </a:r>
            <a:r>
              <a:rPr lang="es-GT" dirty="0"/>
              <a:t> Los suelos gruesos, mas van en función que forma tiene, que color tiene, mas rosado, mas azul</a:t>
            </a:r>
          </a:p>
          <a:p>
            <a:pPr lvl="1"/>
            <a:r>
              <a:rPr lang="es-GT" dirty="0"/>
              <a:t>Cual será su tamaño máximo </a:t>
            </a:r>
          </a:p>
          <a:p>
            <a:pPr lvl="1"/>
            <a:endParaRPr lang="es-GT" dirty="0"/>
          </a:p>
          <a:p>
            <a:pPr lvl="2"/>
            <a:r>
              <a:rPr lang="es-GT" dirty="0"/>
              <a:t>Gravas</a:t>
            </a:r>
          </a:p>
          <a:p>
            <a:pPr lvl="2"/>
            <a:r>
              <a:rPr lang="es-GT" dirty="0"/>
              <a:t>Arenas </a:t>
            </a:r>
          </a:p>
          <a:p>
            <a:pPr lvl="1"/>
            <a:endParaRPr lang="es-GT" dirty="0"/>
          </a:p>
          <a:p>
            <a:r>
              <a:rPr lang="es-GT" dirty="0"/>
              <a:t>Finos: son suelos cohesivos, aprovechamos la característica del material de quedarse pegados, la mayoría de los suelos finos, nacen de meteorización </a:t>
            </a:r>
            <a:r>
              <a:rPr lang="es-GT" dirty="0" err="1"/>
              <a:t>quimica</a:t>
            </a:r>
            <a:r>
              <a:rPr lang="es-GT" dirty="0"/>
              <a:t>. </a:t>
            </a:r>
          </a:p>
          <a:p>
            <a:pPr lvl="1"/>
            <a:r>
              <a:rPr lang="es-GT" dirty="0"/>
              <a:t>Nacen de procesos que nacen de la roca</a:t>
            </a:r>
          </a:p>
          <a:p>
            <a:pPr lvl="1"/>
            <a:r>
              <a:rPr lang="es-GT" dirty="0" err="1"/>
              <a:t>Ej</a:t>
            </a:r>
            <a:r>
              <a:rPr lang="es-GT" dirty="0"/>
              <a:t>: la mineral de arcilla con cierta carga, los suelos finos debido a su origen especial, los hacen un poco mas vivos</a:t>
            </a:r>
          </a:p>
          <a:p>
            <a:pPr lvl="1"/>
            <a:r>
              <a:rPr lang="es-GT" dirty="0"/>
              <a:t>SE LE LLAMA TAMBIEN SUELOS PLASTICOS </a:t>
            </a:r>
          </a:p>
          <a:p>
            <a:pPr lvl="1"/>
            <a:r>
              <a:rPr lang="es-GT" dirty="0"/>
              <a:t>Un suelo fino si necesita drenaje, por ejemplo los charcos de agua</a:t>
            </a:r>
          </a:p>
          <a:p>
            <a:pPr lvl="1"/>
            <a:r>
              <a:rPr lang="es-GT" dirty="0" err="1"/>
              <a:t>Analisis</a:t>
            </a:r>
            <a:r>
              <a:rPr lang="es-GT" dirty="0"/>
              <a:t>: Como </a:t>
            </a:r>
            <a:r>
              <a:rPr lang="es-GT" dirty="0" err="1"/>
              <a:t>reaccioa</a:t>
            </a:r>
            <a:r>
              <a:rPr lang="es-GT" dirty="0"/>
              <a:t> con el agua</a:t>
            </a:r>
          </a:p>
          <a:p>
            <a:pPr lvl="1"/>
            <a:r>
              <a:rPr lang="es-GT" dirty="0"/>
              <a:t>Los suelos finos, hay ciertas arcillas que son muy activas, y cuando entran en contacto con el agua cambia mucho de volumen </a:t>
            </a:r>
          </a:p>
          <a:p>
            <a:endParaRPr lang="es-GT" dirty="0"/>
          </a:p>
          <a:p>
            <a:pPr lvl="2"/>
            <a:r>
              <a:rPr lang="es-GT" dirty="0"/>
              <a:t>Limos </a:t>
            </a:r>
          </a:p>
          <a:p>
            <a:pPr lvl="2"/>
            <a:r>
              <a:rPr lang="es-GT" dirty="0"/>
              <a:t>Arcillas </a:t>
            </a:r>
          </a:p>
        </p:txBody>
      </p:sp>
    </p:spTree>
    <p:extLst>
      <p:ext uri="{BB962C8B-B14F-4D97-AF65-F5344CB8AC3E}">
        <p14:creationId xmlns:p14="http://schemas.microsoft.com/office/powerpoint/2010/main" val="3834757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CBE18-0F7B-CEF0-740B-F8A7DC7B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1F05F20-67EA-BEE6-4C75-B857CA8CF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676275"/>
            <a:ext cx="973455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146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233F3DA-6156-6A57-911B-D96770DC3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E0F459-FA8F-EC20-CB12-80C2E7303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En Guatemala hay arcillas rojas y grises</a:t>
            </a:r>
          </a:p>
          <a:p>
            <a:r>
              <a:rPr lang="es-GT" dirty="0"/>
              <a:t>Pruebas de plasticidad</a:t>
            </a:r>
          </a:p>
          <a:p>
            <a:r>
              <a:rPr lang="es-GT" dirty="0"/>
              <a:t>La idea es moldear el suelo </a:t>
            </a:r>
          </a:p>
          <a:p>
            <a:r>
              <a:rPr lang="es-GT" dirty="0"/>
              <a:t>Un material que tiene bastante suelo fino se va endurecer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274197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A0760-7446-CFB6-C7AE-3BC8824E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8FA7D129-2437-C87D-1CD2-32CAD882A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5411" y="1825625"/>
            <a:ext cx="78611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4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B7ED3-C639-755D-8BD6-7C8A189F4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GT" dirty="0"/>
              <a:t>1.2 MUESTRIO Y EXPLORACIÓN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99965AD-B056-FE59-AC2D-BC9F8A0FB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5262" y="1825625"/>
            <a:ext cx="81414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95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01CF5-8BDB-C5CE-D939-251359C08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316D6E-C19C-9D1A-E678-C69E80811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POZO DE SUELO ABIERTO o calicata</a:t>
            </a:r>
          </a:p>
          <a:p>
            <a:r>
              <a:rPr lang="es-GT" dirty="0"/>
              <a:t>Lo ideal es remover la capa vegetal</a:t>
            </a:r>
          </a:p>
          <a:p>
            <a:r>
              <a:rPr lang="es-GT" dirty="0"/>
              <a:t>Lo normal del pozo es  </a:t>
            </a:r>
          </a:p>
          <a:p>
            <a:pPr marL="0" indent="0">
              <a:buNone/>
            </a:pPr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EFC981-F684-1CEC-138D-5D03E02A3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294" y="3532602"/>
            <a:ext cx="40767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603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1B1E6-CEEF-9B1A-6B60-6D81323E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92B387-0DCE-D59F-5643-DCBD5B249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La calicata tiene 2 funciones</a:t>
            </a:r>
          </a:p>
          <a:p>
            <a:pPr lvl="1"/>
            <a:r>
              <a:rPr lang="es-GT" dirty="0"/>
              <a:t>Extraer muestras</a:t>
            </a:r>
          </a:p>
          <a:p>
            <a:pPr lvl="1"/>
            <a:r>
              <a:rPr lang="es-GT" dirty="0"/>
              <a:t>Y observar el material </a:t>
            </a:r>
          </a:p>
          <a:p>
            <a:pPr lvl="1"/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A9DEC12-C441-42B2-0D15-58ED481C3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236" y="3429000"/>
            <a:ext cx="4455832" cy="291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65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F37ED-5E69-523F-B833-1D2900AFC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7CC47E-F13F-62A8-711F-AD68A0A04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Se va viendo cambios de tonalidades en el suelo</a:t>
            </a:r>
          </a:p>
          <a:p>
            <a:r>
              <a:rPr lang="es-GT" dirty="0"/>
              <a:t>Otro evento, en una capa era siembra luego agrícola </a:t>
            </a:r>
          </a:p>
          <a:p>
            <a:r>
              <a:rPr lang="es-GT" dirty="0"/>
              <a:t>La roca, es la mas profunda, es lo que aun no ha sido explorado</a:t>
            </a:r>
          </a:p>
          <a:p>
            <a:r>
              <a:rPr lang="es-GT" dirty="0"/>
              <a:t>Estudio para la cimentación y de repente los planos ya están pero están pidiendo ese requisito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FE141D6-96D7-3DFB-73DC-2C1DF074C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159" y="4173712"/>
            <a:ext cx="4421139" cy="200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2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37070-982D-592A-1825-B3552207F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7859DB5-12D1-3EB7-DD91-A562C8506A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9208291" cy="495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878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CFBE3-05D9-BCDC-8252-816D781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7E9581-4EA6-7235-1EEF-B10CF6B4B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El problema que el valor de la muestra</a:t>
            </a:r>
          </a:p>
          <a:p>
            <a:r>
              <a:rPr lang="es-GT" dirty="0"/>
              <a:t>No importa las pruebas o que tan caro sea, pero lo que se tiene que considerar es como tomar la muestra</a:t>
            </a:r>
          </a:p>
          <a:p>
            <a:r>
              <a:rPr lang="es-GT" dirty="0"/>
              <a:t>Importante identificar las muestras </a:t>
            </a:r>
          </a:p>
          <a:p>
            <a:r>
              <a:rPr lang="es-GT" dirty="0"/>
              <a:t>Hay  muestras que necesitan un quintal de muestra </a:t>
            </a:r>
          </a:p>
        </p:txBody>
      </p:sp>
    </p:spTree>
    <p:extLst>
      <p:ext uri="{BB962C8B-B14F-4D97-AF65-F5344CB8AC3E}">
        <p14:creationId xmlns:p14="http://schemas.microsoft.com/office/powerpoint/2010/main" val="3362680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23C757-41BC-A6DF-F972-161F4CED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1EC7E95-18FF-C7DF-CB5A-BCC58698D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1529" y="1825625"/>
            <a:ext cx="81089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45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BAECF-2C9E-EBA7-D2B0-DE9C1A9E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Muestra inalterada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D2D718-717F-2D4B-EEB4-16ED62634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Pruebas de resistencia</a:t>
            </a:r>
          </a:p>
          <a:p>
            <a:r>
              <a:rPr lang="es-GT" dirty="0"/>
              <a:t>Proceso de exploración del sitio </a:t>
            </a:r>
          </a:p>
          <a:p>
            <a:r>
              <a:rPr lang="es-GT" dirty="0"/>
              <a:t>Se procede tallar un cubo o prisma de suelo</a:t>
            </a:r>
          </a:p>
          <a:p>
            <a:r>
              <a:rPr lang="es-GT" dirty="0"/>
              <a:t>Las pruebas de resistencia no requieren demasiado </a:t>
            </a:r>
          </a:p>
          <a:p>
            <a:r>
              <a:rPr lang="es-GT" dirty="0"/>
              <a:t>PROCESO DE TRANSPORTE: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56E837-E99C-42B2-7A05-674C76BA3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798275"/>
            <a:ext cx="4477675" cy="288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337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04E12-7A81-A1D7-2AA8-201C3ED5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56A907-B5E4-AE13-8034-567A5CFB6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Es clave esa caja plástica para no robar la humedad, o para que mantenga la </a:t>
            </a:r>
            <a:r>
              <a:rPr lang="es-GT" dirty="0" err="1"/>
              <a:t>humdad</a:t>
            </a:r>
            <a:r>
              <a:rPr lang="es-GT" dirty="0"/>
              <a:t> </a:t>
            </a:r>
          </a:p>
          <a:p>
            <a:r>
              <a:rPr lang="es-GT" dirty="0"/>
              <a:t>El traslado es importante para que la muestra este lo mejor posible </a:t>
            </a:r>
          </a:p>
          <a:p>
            <a:r>
              <a:rPr lang="es-GT" dirty="0"/>
              <a:t>Tener en claro hacia donde la muestra </a:t>
            </a:r>
          </a:p>
          <a:p>
            <a:r>
              <a:rPr lang="es-GT" dirty="0"/>
              <a:t>Esta bien hacer algunos pozos </a:t>
            </a:r>
          </a:p>
          <a:p>
            <a:r>
              <a:rPr lang="es-GT" dirty="0"/>
              <a:t>Uno no puede saber que parte del terreno es relleno mejor hacer el </a:t>
            </a:r>
          </a:p>
          <a:p>
            <a:r>
              <a:rPr lang="es-GT" dirty="0"/>
              <a:t>Estudios geotécnicos </a:t>
            </a:r>
          </a:p>
        </p:txBody>
      </p:sp>
    </p:spTree>
    <p:extLst>
      <p:ext uri="{BB962C8B-B14F-4D97-AF65-F5344CB8AC3E}">
        <p14:creationId xmlns:p14="http://schemas.microsoft.com/office/powerpoint/2010/main" val="2482987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69C081-56B2-50A2-9745-EDB5EF127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Ya hay 2025 vigente  y actual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ACA34A6-74AB-BA93-4FF9-BE271DD76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1683" y="1825625"/>
            <a:ext cx="48486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89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EDB25D-7C0F-A9CC-D3BD-94CC9FA9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D14D89-B0FC-A09D-EC7D-BCE998471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Por lo normal en los </a:t>
            </a:r>
            <a:r>
              <a:rPr lang="es-GT" dirty="0" err="1"/>
              <a:t>laboaratorios</a:t>
            </a:r>
            <a:r>
              <a:rPr lang="es-GT" dirty="0"/>
              <a:t> piden 30x 30</a:t>
            </a:r>
          </a:p>
          <a:p>
            <a:r>
              <a:rPr lang="es-GT" dirty="0"/>
              <a:t>Que afecta los resultados de alteración de la muestra </a:t>
            </a:r>
          </a:p>
          <a:p>
            <a:r>
              <a:rPr lang="es-GT" dirty="0" err="1"/>
              <a:t>Epocas</a:t>
            </a:r>
            <a:r>
              <a:rPr lang="es-GT" dirty="0"/>
              <a:t> de lluvia no afecta ?</a:t>
            </a:r>
          </a:p>
        </p:txBody>
      </p:sp>
    </p:spTree>
    <p:extLst>
      <p:ext uri="{BB962C8B-B14F-4D97-AF65-F5344CB8AC3E}">
        <p14:creationId xmlns:p14="http://schemas.microsoft.com/office/powerpoint/2010/main" val="2106307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29D42-B47E-2815-78B5-9C5D771D7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Normas </a:t>
            </a:r>
            <a:r>
              <a:rPr lang="es-GT" dirty="0" err="1"/>
              <a:t>astm</a:t>
            </a:r>
            <a:endParaRPr lang="es-GT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76D3BDF-ADCA-58C8-2D69-3C379AAB8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8134" y="1825625"/>
            <a:ext cx="61957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78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1C4B7-54E5-A948-80F7-E68D67226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28ED91-6ECF-4E6E-2149-614E00F2A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En ese suelo se van llenando de vacíos,</a:t>
            </a:r>
          </a:p>
          <a:p>
            <a:r>
              <a:rPr lang="es-GT" dirty="0"/>
              <a:t>Suelo seco, para llegar a ese suelo no es suficiente ponerlo al sol </a:t>
            </a:r>
          </a:p>
          <a:p>
            <a:r>
              <a:rPr lang="es-GT" dirty="0"/>
              <a:t>Si el 100% </a:t>
            </a:r>
            <a:r>
              <a:rPr lang="es-GT" dirty="0" err="1"/>
              <a:t>esten</a:t>
            </a:r>
            <a:r>
              <a:rPr lang="es-GT" dirty="0"/>
              <a:t> saturados es decir </a:t>
            </a:r>
            <a:r>
              <a:rPr lang="es-GT" dirty="0" err="1"/>
              <a:t>esten</a:t>
            </a:r>
            <a:r>
              <a:rPr lang="es-GT" dirty="0"/>
              <a:t> llenos de agua, aumenta el porcentaje de humedad</a:t>
            </a:r>
          </a:p>
          <a:p>
            <a:r>
              <a:rPr lang="es-GT" dirty="0"/>
              <a:t>Hay saturación cuando hay mas agua </a:t>
            </a:r>
            <a:r>
              <a:rPr lang="es-GT" dirty="0" err="1"/>
              <a:t>chorrenado</a:t>
            </a:r>
            <a:endParaRPr lang="es-GT" dirty="0"/>
          </a:p>
          <a:p>
            <a:endParaRPr lang="es-GT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319888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3C6481-6035-4D4E-CC79-C3A992541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El suelo es un material </a:t>
            </a:r>
            <a:r>
              <a:rPr lang="es-GT" dirty="0" err="1"/>
              <a:t>trifasico</a:t>
            </a:r>
            <a:r>
              <a:rPr lang="es-GT" dirty="0"/>
              <a:t> 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31B1CF1-2A5B-B45C-4F56-D63920874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A9B3F8-98C2-B663-E8C5-11FB239C81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18904" y="2406601"/>
            <a:ext cx="2910656" cy="3684588"/>
          </a:xfrm>
          <a:prstGeom prst="rect">
            <a:avLst/>
          </a:prstGeom>
        </p:spPr>
      </p:pic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1549205-DEBC-F6FA-51D5-0F374F863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22520291-FDB8-99BF-F3FC-83B07C6170A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729454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9E953-2DFE-F461-07E0-9973D1E2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2ACED3-13D6-A209-759E-0872E13FA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7E96509-6B44-75A0-A0E5-214102260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933" y="681037"/>
            <a:ext cx="752475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02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1EE65-AC9F-ABC8-849B-A9017E9EB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B0DD91-E4B1-FA74-84EA-7C74F5B9E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701F87E-B7AA-9E2F-C890-5821A59AB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0988"/>
            <a:ext cx="9544050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167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5A4E9-3D1B-DDB7-BEF9-16F7721FF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29CC95-A690-ABA7-879A-D32F2CAC2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 err="1"/>
              <a:t>Acualmente</a:t>
            </a:r>
            <a:r>
              <a:rPr lang="es-GT" dirty="0"/>
              <a:t> hay sensores para saber la humedad</a:t>
            </a:r>
          </a:p>
          <a:p>
            <a:r>
              <a:rPr lang="es-GT" dirty="0"/>
              <a:t>50 por ciento de los espacios vacíos </a:t>
            </a:r>
            <a:r>
              <a:rPr lang="es-GT" dirty="0" err="1"/>
              <a:t>esten</a:t>
            </a:r>
            <a:r>
              <a:rPr lang="es-GT" dirty="0"/>
              <a:t> llenos de agua </a:t>
            </a:r>
          </a:p>
        </p:txBody>
      </p:sp>
    </p:spTree>
    <p:extLst>
      <p:ext uri="{BB962C8B-B14F-4D97-AF65-F5344CB8AC3E}">
        <p14:creationId xmlns:p14="http://schemas.microsoft.com/office/powerpoint/2010/main" val="761146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8DC54-B15C-2CF4-BEEF-E4DA74F3B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Ahora pasamos a la fase de caracterización del suelo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073A09B-1687-A8D7-05EB-D2CF85BF2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837" y="2853531"/>
            <a:ext cx="945832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84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EFB58-4C9E-6590-51F9-017EB4FA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Que tipos de suelos tenemos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C9EAC7-59CE-07AA-8C23-01F32B83C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GT" dirty="0" err="1"/>
              <a:t>Granulometria</a:t>
            </a:r>
            <a:endParaRPr lang="es-GT" dirty="0"/>
          </a:p>
          <a:p>
            <a:r>
              <a:rPr lang="es-GT" dirty="0"/>
              <a:t>Tamiz por pulgada cuadrado</a:t>
            </a:r>
          </a:p>
          <a:p>
            <a:r>
              <a:rPr lang="es-GT" dirty="0"/>
              <a:t>Tamiz 100 por pulgada cuadrada </a:t>
            </a:r>
          </a:p>
          <a:p>
            <a:r>
              <a:rPr lang="es-GT" dirty="0"/>
              <a:t>La cantidad de agujeros por pulgada cuadrada, eso es el </a:t>
            </a:r>
            <a:r>
              <a:rPr lang="es-GT" dirty="0" err="1"/>
              <a:t>numeraje</a:t>
            </a:r>
            <a:r>
              <a:rPr lang="es-GT" dirty="0"/>
              <a:t> del tamiz </a:t>
            </a:r>
          </a:p>
          <a:p>
            <a:r>
              <a:rPr lang="es-GT" dirty="0"/>
              <a:t>2 TAMICES CLAVE NUMERO 4: es el que marca la diferencia o la separación de 4.5 mm, </a:t>
            </a:r>
          </a:p>
          <a:p>
            <a:r>
              <a:rPr lang="es-GT" dirty="0"/>
              <a:t>A partir de cuando se le llama arena grava </a:t>
            </a:r>
          </a:p>
          <a:p>
            <a:r>
              <a:rPr lang="es-GT" dirty="0"/>
              <a:t>Es a 4.5mm</a:t>
            </a:r>
          </a:p>
          <a:p>
            <a:endParaRPr lang="es-GT" dirty="0"/>
          </a:p>
          <a:p>
            <a:r>
              <a:rPr lang="es-G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7716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68512-3FE6-4743-832F-7E6DBFCF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C07102-BF88-A958-363C-45607FF4D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El tamiz que marca la separación entre gruesos y finos Es el tamiz 200</a:t>
            </a:r>
          </a:p>
          <a:p>
            <a:r>
              <a:rPr lang="es-GT" dirty="0"/>
              <a:t>Gravas y arenas separación es el numero 4</a:t>
            </a:r>
          </a:p>
          <a:p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8C0CC44-6F84-463E-FF9F-892C65479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800" y="2802868"/>
            <a:ext cx="6197478" cy="369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7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89188D-0D97-0E1D-544E-58BF5E25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0B2489-06B8-70BC-B9FC-D358D50E9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Ver cuantos gramos se quedaron en los tamices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D497A58-1192-C696-F4AA-1FD3D95D0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73" y="2264898"/>
            <a:ext cx="5747755" cy="379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27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4ED679-6F19-4C63-4127-95DE0B020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16DC0D-56FD-339E-927E-A0DB6C7B7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A8373B-EB05-6E22-3B65-44B6824E2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12" y="365125"/>
            <a:ext cx="10163175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059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B3ACB-34C8-F004-334F-9A7E8D94D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Limites de plasticidad o de </a:t>
            </a:r>
            <a:r>
              <a:rPr lang="es-GT" dirty="0" err="1"/>
              <a:t>atterberg</a:t>
            </a:r>
            <a:r>
              <a:rPr lang="es-GT" dirty="0"/>
              <a:t>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410AE94-B8A5-CFCB-B73A-6EEAF98FA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7967" y="1491176"/>
            <a:ext cx="8056066" cy="484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037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D084B-2C86-E23E-6B94-E98A21CD8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57F65C-CC92-3C32-51AA-A7D5C5E57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Pasa del estado plástico al estado liquido</a:t>
            </a:r>
          </a:p>
          <a:p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37121EF-E63D-927D-61CA-FD99F6A11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753" y="2494195"/>
            <a:ext cx="6136607" cy="381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24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03370-EC18-3235-2F42-30D01117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 err="1"/>
              <a:t>Limte</a:t>
            </a:r>
            <a:r>
              <a:rPr lang="es-GT" dirty="0"/>
              <a:t> </a:t>
            </a:r>
            <a:r>
              <a:rPr lang="es-GT" dirty="0" err="1"/>
              <a:t>liquiedo</a:t>
            </a:r>
            <a:r>
              <a:rPr lang="es-GT" dirty="0"/>
              <a:t>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15FE17C-1264-1712-147E-0A8AB518EB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9431" y="1367130"/>
            <a:ext cx="7625411" cy="472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92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99C55-5155-F275-9C97-9237A6B2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7C8574-9809-95FD-7948-3B9CA48D3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Copa de Casagrande</a:t>
            </a:r>
          </a:p>
          <a:p>
            <a:r>
              <a:rPr lang="es-GT" dirty="0"/>
              <a:t>Cuchara de Casagrande </a:t>
            </a:r>
          </a:p>
          <a:p>
            <a:endParaRPr lang="es-GT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4749613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D0550-88A5-02AE-AF4E-C2E9E41B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CDC3EDE-5884-F13F-F2E4-E845FFFF3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1882" y="787790"/>
            <a:ext cx="9050655" cy="500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722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7BBC0-8FAF-123B-B417-21E23621A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ECE17D-7AFF-F74B-D94B-FCE22F91F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Los ensayos de granulometría solo son para </a:t>
            </a:r>
            <a:r>
              <a:rPr lang="es-GT" dirty="0" err="1"/>
              <a:t>caractizar</a:t>
            </a:r>
            <a:r>
              <a:rPr lang="es-GT" dirty="0"/>
              <a:t> el suelo 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25A044-D5D7-CD4B-8200-2290BB8A0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97467"/>
            <a:ext cx="10703011" cy="314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311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653</Words>
  <Application>Microsoft Office PowerPoint</Application>
  <PresentationFormat>Panorámica</PresentationFormat>
  <Paragraphs>84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Tema de Office</vt:lpstr>
      <vt:lpstr>Presentación de PowerPoint</vt:lpstr>
      <vt:lpstr>Origen del suelo </vt:lpstr>
      <vt:lpstr>Presentación de PowerPoint</vt:lpstr>
      <vt:lpstr>Presentación de PowerPoint</vt:lpstr>
      <vt:lpstr>Clasificacion de suelos</vt:lpstr>
      <vt:lpstr>Presentación de PowerPoint</vt:lpstr>
      <vt:lpstr>Presentación de PowerPoint</vt:lpstr>
      <vt:lpstr>Presentación de PowerPoint</vt:lpstr>
      <vt:lpstr>1.2 MUESTRIO Y EXPLORACIÓN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Muestra inalterada </vt:lpstr>
      <vt:lpstr>Presentación de PowerPoint</vt:lpstr>
      <vt:lpstr>Ya hay 2025 vigente  y actual </vt:lpstr>
      <vt:lpstr>Presentación de PowerPoint</vt:lpstr>
      <vt:lpstr>Normas astm</vt:lpstr>
      <vt:lpstr>Presentación de PowerPoint</vt:lpstr>
      <vt:lpstr>El suelo es un material trifasico </vt:lpstr>
      <vt:lpstr>Presentación de PowerPoint</vt:lpstr>
      <vt:lpstr>Presentación de PowerPoint</vt:lpstr>
      <vt:lpstr>Presentación de PowerPoint</vt:lpstr>
      <vt:lpstr>Ahora pasamos a la fase de caracterización del suelo </vt:lpstr>
      <vt:lpstr>Que tipos de suelos tenemos </vt:lpstr>
      <vt:lpstr>Presentación de PowerPoint</vt:lpstr>
      <vt:lpstr>Presentación de PowerPoint</vt:lpstr>
      <vt:lpstr>Presentación de PowerPoint</vt:lpstr>
      <vt:lpstr>Limites de plasticidad o de atterberg </vt:lpstr>
      <vt:lpstr>Presentación de PowerPoint</vt:lpstr>
      <vt:lpstr>Limte liquiedo 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1</cp:revision>
  <dcterms:created xsi:type="dcterms:W3CDTF">2026-02-28T13:51:20Z</dcterms:created>
  <dcterms:modified xsi:type="dcterms:W3CDTF">2026-02-28T16:23:28Z</dcterms:modified>
</cp:coreProperties>
</file>