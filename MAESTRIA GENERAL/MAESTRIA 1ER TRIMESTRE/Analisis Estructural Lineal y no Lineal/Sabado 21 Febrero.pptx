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59" r:id="rId5"/>
    <p:sldId id="261" r:id="rId6"/>
    <p:sldId id="260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62019-6BA4-B680-5D18-633175CCB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38CBC4-B56E-A07F-D378-2010525E5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C4485-74F8-8DFA-09E5-A4A91CAF4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47E0-889A-4A58-B4AF-264700F53191}" type="datetimeFigureOut">
              <a:rPr lang="es-GT" smtClean="0"/>
              <a:t>21/02/2026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91589D-FBEC-6329-5387-4A6D3ACC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FE83A2-76A3-5313-6908-99D94BBB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DBEB-E909-4EBD-B7F3-CDA19093B2E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7343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EB019-9F3F-B1F1-E5B1-0A0768895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56F889-FA99-5389-76C5-DED97E8A4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EC5705-CD17-76DC-A2B1-D73D36B6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47E0-889A-4A58-B4AF-264700F53191}" type="datetimeFigureOut">
              <a:rPr lang="es-GT" smtClean="0"/>
              <a:t>21/02/2026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531090-49F5-91CC-E28D-240806E08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1D4512-5D8D-BB50-8DED-590958930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DBEB-E909-4EBD-B7F3-CDA19093B2E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5170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46B91-7684-50EE-452C-84FE45206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B3102D-BC8F-3408-E24E-82E3083BD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E24F23-A42F-C47E-9CD4-4A92EB210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47E0-889A-4A58-B4AF-264700F53191}" type="datetimeFigureOut">
              <a:rPr lang="es-GT" smtClean="0"/>
              <a:t>21/02/2026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56E44F-7D7D-49FB-92A8-78E21BC9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FBC288-8576-515D-381F-34332D309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DBEB-E909-4EBD-B7F3-CDA19093B2E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3330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E248A-E8C4-819A-5378-71E5E3A54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2E0376-37AE-4F8D-50AF-D8ADA98C49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0AC51B-26E6-DB2F-B278-C8F033C1F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952862-EA40-E709-A814-026BA844F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47E0-889A-4A58-B4AF-264700F53191}" type="datetimeFigureOut">
              <a:rPr lang="es-GT" smtClean="0"/>
              <a:t>21/02/2026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53A7FE-9C62-EF25-9A55-4A73ABFE4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C7FC9F-4C33-EC0B-5D24-33FB2E86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DBEB-E909-4EBD-B7F3-CDA19093B2E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5171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16107-2BE3-46C1-3F67-42B20BFED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2F53D7-AA5D-3DE8-ABFF-3AB049E4F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5C1A49-8F7F-D13E-C0D2-BE3669DA4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3D79CB-1A5A-38E3-7438-2DD909514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6A69903-BFF4-AFA0-89A7-623C33E09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C7F530C-C464-2B63-57DA-F12AA80E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47E0-889A-4A58-B4AF-264700F53191}" type="datetimeFigureOut">
              <a:rPr lang="es-GT" smtClean="0"/>
              <a:t>21/02/2026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479CB5B-3B20-9435-D04C-7DDD1F47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1F81679-84F5-A4A9-3B7B-4A74CCF51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DBEB-E909-4EBD-B7F3-CDA19093B2E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29691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624B9-CE2C-C00A-F4B4-336E180E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84034-B06C-4171-6610-BC4D33D37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47E0-889A-4A58-B4AF-264700F53191}" type="datetimeFigureOut">
              <a:rPr lang="es-GT" smtClean="0"/>
              <a:t>21/02/2026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B59C23-BDE0-B42D-8E3D-380332C13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8F57756-BB92-0FE7-9486-73E3D224B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DBEB-E909-4EBD-B7F3-CDA19093B2E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41126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71278C0-1CB0-F1E6-2A82-0BB89FDEE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47E0-889A-4A58-B4AF-264700F53191}" type="datetimeFigureOut">
              <a:rPr lang="es-GT" smtClean="0"/>
              <a:t>21/02/2026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4ECFDFB-4E8D-E41C-73FD-13ACE228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E92E9E-CD5C-EDAE-FB35-54073A67D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DBEB-E909-4EBD-B7F3-CDA19093B2E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862115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D3FC4-A4D6-CA56-E3B8-032B21554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80C8E9-8DA0-D7D2-1989-23EB32965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63471A-BB49-E891-57F2-FD65B2BFF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C69EA9-FE9C-DEF1-15FF-75A9C2360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47E0-889A-4A58-B4AF-264700F53191}" type="datetimeFigureOut">
              <a:rPr lang="es-GT" smtClean="0"/>
              <a:t>21/02/2026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8627AC-8F21-E1E2-D45C-224FC1D30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8E7E74-80A3-0265-39F1-2239325B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DBEB-E909-4EBD-B7F3-CDA19093B2E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8005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D956E-FBF5-F002-7B36-57CB48DE3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9F697B-69DB-965D-6CCF-C9769212F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B8271D-23F4-67B4-8155-1FB814D30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015231-C5DF-384C-B5B7-C1B5C9614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47E0-889A-4A58-B4AF-264700F53191}" type="datetimeFigureOut">
              <a:rPr lang="es-GT" smtClean="0"/>
              <a:t>21/02/2026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180163-C22A-E334-850B-FFBBF0498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498D47-B58D-A78C-1752-1197FE51D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DBEB-E909-4EBD-B7F3-CDA19093B2E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5801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395B5-E955-2CF0-AFAD-363B32C8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84E74E-F79F-B891-0152-CE6819E4C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85A643-D3C5-60F7-6BE1-07BFBA6A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47E0-889A-4A58-B4AF-264700F53191}" type="datetimeFigureOut">
              <a:rPr lang="es-GT" smtClean="0"/>
              <a:t>21/02/2026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4B3C10-362A-0426-C525-28EE787B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EE1D44-9394-551C-468C-B4CECF9B5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DBEB-E909-4EBD-B7F3-CDA19093B2E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09335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3A9F24-E276-E1BB-17E4-CEBE25C73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CF09DE-A03C-51B9-0380-B7FA55212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EF2C0A-5412-E4EE-CD72-E7988A0B4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147E0-889A-4A58-B4AF-264700F53191}" type="datetimeFigureOut">
              <a:rPr lang="es-GT" smtClean="0"/>
              <a:t>21/02/2026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7AA8C7-3071-33A6-D084-2715FEFA8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40C4D7-CD50-DEEA-B4DA-2B7D70EE0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DBEB-E909-4EBD-B7F3-CDA19093B2E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7971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95D26E7-866A-C533-133A-6A49482A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60E5E4-ACB9-CEF5-9E9A-BE1491D64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B7B26A-9E65-648B-1F14-9523B7585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147E0-889A-4A58-B4AF-264700F53191}" type="datetimeFigureOut">
              <a:rPr lang="es-GT" smtClean="0"/>
              <a:t>21/02/2026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B45B9D-1F2E-9D17-B84E-3AE99292C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853A07-FD8B-0751-37FB-64021D1DF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FDBEB-E909-4EBD-B7F3-CDA19093B2E9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14345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62345B4-85E1-021D-E09C-7803704D0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757" y="751891"/>
            <a:ext cx="8378170" cy="495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571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A7530FB-180C-B73B-20CF-691E1D4AF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785812"/>
            <a:ext cx="7543800" cy="5286375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C1232E0-841A-9B52-7F05-9757BF7ABCB1}"/>
              </a:ext>
            </a:extLst>
          </p:cNvPr>
          <p:cNvSpPr/>
          <p:nvPr/>
        </p:nvSpPr>
        <p:spPr>
          <a:xfrm>
            <a:off x="892738" y="0"/>
            <a:ext cx="59892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Espacio para el texto</a:t>
            </a:r>
          </a:p>
        </p:txBody>
      </p:sp>
    </p:spTree>
    <p:extLst>
      <p:ext uri="{BB962C8B-B14F-4D97-AF65-F5344CB8AC3E}">
        <p14:creationId xmlns:p14="http://schemas.microsoft.com/office/powerpoint/2010/main" val="2826144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509A6C5-40EE-93A1-99DA-079B7E8DF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785812"/>
            <a:ext cx="754380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198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90A0E82-2C4D-EE01-38C0-4FD69B43B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37" y="714375"/>
            <a:ext cx="7629525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162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74DC27A-996E-0E05-4EF4-C93E96335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681037"/>
            <a:ext cx="7486650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33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57E1A29-0184-8C3E-11F6-4BA581067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561975"/>
            <a:ext cx="7829550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45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209EA55-901D-2D02-6F70-9BDDE638F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825" y="885825"/>
            <a:ext cx="737235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54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18649A5-FC63-36F3-7652-A1B280F69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637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1200EFD-05A2-3867-1075-B00B9CBC8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98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E2BF31-A5C4-01BE-D9B5-A9C6A0CFB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32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436800F-B4D7-4019-5541-BEC20BBC4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70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E6B38C3-ED90-CC07-B05B-2E8CC584A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697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14768CC-E317-6837-F671-F8E2B7342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66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B5E1580-ECF3-5C1C-7A91-D7400783A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232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6EE9A81-A1F7-5C0D-1818-1FB9C2064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487" y="985837"/>
            <a:ext cx="743902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06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D258508-CEA9-3042-9E48-8940415AF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7" y="595312"/>
            <a:ext cx="1056322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81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E880273-CAAB-475A-E068-4D67DD659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1295400"/>
            <a:ext cx="99441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87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3C04BAE-3382-870B-6F9F-B793B2E29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" y="981075"/>
            <a:ext cx="10182225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22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7451832-50EA-C887-2D07-CD76A7895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1438274"/>
            <a:ext cx="10677353" cy="442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305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8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491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62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5681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4</Words>
  <Application>Microsoft Office PowerPoint</Application>
  <PresentationFormat>Panorámica</PresentationFormat>
  <Paragraphs>1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1</cp:revision>
  <dcterms:created xsi:type="dcterms:W3CDTF">2026-02-21T19:26:36Z</dcterms:created>
  <dcterms:modified xsi:type="dcterms:W3CDTF">2026-02-21T23:28:39Z</dcterms:modified>
</cp:coreProperties>
</file>