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CFF6B-6DAA-5939-4B47-EE8A6FEC8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1EEA87-F313-625B-66B1-9CC25DEBD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FFAC40-34F1-5E04-1363-AB7C513B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0D8D1B-47EC-4DDD-376E-E9A97990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13B795-E936-C585-B1DB-235B6FC3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6718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05CC6-537B-E446-2DB6-7A67901A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0BE0D5-EA2E-66F1-9032-F0D1042DA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AC8AEF-BCAF-5626-1CEB-0991D739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289AC5-59E7-B826-C51B-46932B84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6BDAFE-42FD-4D3A-A048-D89D81E6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3061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F4463-795F-08EA-5BA6-440945B7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26C788-58E6-45F0-CE8D-ED2B2214C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EB5418-14C2-E533-240D-5F7281E7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3B9525-1670-573A-FF54-417C9FC3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9754E-9DA9-8207-809B-1BF1777D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6250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163BC-D5F9-DC53-3ACB-75376250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88C91B-7C90-8C3C-EB88-FBD58C22A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5656BB-193A-AC19-0BD1-8E51E0863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745D6F-7FE3-9CD9-BD8F-4433CC11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BA49C6-6D0C-492C-1EB6-00D273573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5AE582-DDEF-7D68-6A8C-94802E20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2150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55EAF-C0C5-9CFC-1906-2F3C3494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99AE42-ADDD-B8F2-1A20-5D3C820C6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DFC630-F267-95D6-AD05-833F30A0F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6056D1-0BB3-1780-73BA-D42FC03FF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49FE78-4088-EB2D-FFA2-4F939BE57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3B0EDD-3219-270E-CAAA-B63CA302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14DCAE7-6748-2BC6-7824-B85AB02D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B32A263-0AAD-F22A-EF92-E7EA8DF4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249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87D57-7692-68EC-E2F2-0685F529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7F854D-E8FC-D7C0-E1E6-74AF24E9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1B88BC-6556-2FA3-8CE8-145C0F59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1D0883-A055-D149-87E3-4D588BB7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5600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D70AD31-743F-5F74-81B7-20B27F6A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E37B44-0424-8A46-18C3-38B1204B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2A163E-077D-5E40-E05B-40FAD77E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3854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70B1B-41FB-078B-E982-808445B2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B5D770-BC8E-EF29-05A5-BB2AAD7D3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6F367B-1B35-C9DF-E73D-149A4860A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800984-8697-13F2-E731-A9744073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2660DA-0FF6-FFFE-A3FB-F7BEB364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7AC78F-20C2-D82F-9D4A-CC83080F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5700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10BD9-1007-C850-210C-930EECE0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C4F4640-67CB-2BDC-C1A7-C46147043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B48086-25C5-E4B5-996A-E5F173CBC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1D31FD-8A36-A47A-761F-09E373BF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2E9B9B-DC87-9869-9FE9-C4C1E688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01EFDE-1C65-02EC-E9B3-5B76C72F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386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00982-E816-CE39-6750-944A2B8F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D38299-A90E-31C3-97D1-C3F433FC1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567DC-FB54-617F-AB11-687B1315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99CA1-6324-B7CC-8727-15A4F71B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C38E28-12AA-DC0D-7B8F-465A62FD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8257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7ED80F-0D34-28EB-634E-2CCC797D9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E576CD-CB8D-32E8-3412-3BE995A2D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227D1C-A108-C5B3-AF06-64C8F809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732469-F83A-7E01-9B84-F7DC48F9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55DB84-99DD-12B9-BFA0-632C4554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6996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133864-70C4-6700-061B-EF324E19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A8C1F6-DA2E-4E31-E94A-05B8BADBC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8C7D3C-21EC-05E0-DA53-A5F56D779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05AAD-3E12-4D82-8C2D-9C638E80BE80}" type="datetimeFigureOut">
              <a:rPr lang="es-GT" smtClean="0"/>
              <a:t>18/04/2026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66CC2-42BB-832D-F148-F6C897312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8E38F3-F6A7-312A-2090-17BD310AF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28320-1DF8-4CBB-980A-BC05F95AC29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0125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79BDEE0-E38E-AB3C-6220-51E44DAD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A67A11-A108-0D91-FF3C-FAA115D69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439" y="685873"/>
            <a:ext cx="81629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4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FA89E-3421-FF3B-50DF-08A7D234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C0A7E7-AAF0-BCA9-0BE1-D01A548331D5}"/>
              </a:ext>
            </a:extLst>
          </p:cNvPr>
          <p:cNvSpPr txBox="1"/>
          <p:nvPr/>
        </p:nvSpPr>
        <p:spPr>
          <a:xfrm>
            <a:off x="1744394" y="2250831"/>
            <a:ext cx="7948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/>
              <a:t>Cargas accidentales, </a:t>
            </a:r>
            <a:r>
              <a:rPr lang="es-GT" dirty="0" err="1"/>
              <a:t>tefra</a:t>
            </a:r>
            <a:r>
              <a:rPr lang="es-GT" dirty="0"/>
              <a:t> volcánica </a:t>
            </a:r>
          </a:p>
        </p:txBody>
      </p:sp>
    </p:spTree>
    <p:extLst>
      <p:ext uri="{BB962C8B-B14F-4D97-AF65-F5344CB8AC3E}">
        <p14:creationId xmlns:p14="http://schemas.microsoft.com/office/powerpoint/2010/main" val="3741792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18B7E-673C-6BB9-6100-A9CD56AB9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C56052-CAFD-90C9-70AD-73BE2B12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779" y="872123"/>
            <a:ext cx="8814305" cy="461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0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0B619-32A6-A9F0-AC0B-108F90CF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DACED2-9061-60F9-778D-7CB1DC28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12" y="578753"/>
            <a:ext cx="9460350" cy="5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79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51B13-1F1A-EBC0-AE9C-E6720A98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6436510-8153-70BB-E87C-5C0E81F80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1171575"/>
            <a:ext cx="82581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5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9BF16-ABDD-D406-EAE6-98C15A34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3096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0D8E3B-AF96-1CE3-FCD7-3100864C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669059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5</Words>
  <Application>Microsoft Office PowerPoint</Application>
  <PresentationFormat>Panorámica</PresentationFormat>
  <Paragraphs>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2</cp:revision>
  <dcterms:created xsi:type="dcterms:W3CDTF">2026-04-18T19:26:41Z</dcterms:created>
  <dcterms:modified xsi:type="dcterms:W3CDTF">2026-04-18T23:44:01Z</dcterms:modified>
</cp:coreProperties>
</file>