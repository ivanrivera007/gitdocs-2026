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6" r:id="rId23"/>
    <p:sldId id="278" r:id="rId24"/>
    <p:sldId id="279" r:id="rId25"/>
    <p:sldId id="290" r:id="rId26"/>
    <p:sldId id="291" r:id="rId27"/>
    <p:sldId id="292" r:id="rId28"/>
    <p:sldId id="293" r:id="rId29"/>
    <p:sldId id="294" r:id="rId30"/>
    <p:sldId id="295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27EB5-C28F-3CFF-C212-79E56EB70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C7E707-C6F3-91DE-9C6F-AE8317AA5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0E347B-FE09-0BFD-85D5-7F98DDBA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82157E-1FCB-3B7A-4FD9-8A9996B7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3994B5-A75A-51E6-7DCA-273401A2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3693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8A0A6-548B-6E85-6966-B4CA4F59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595F15-21CC-804E-D244-8256327EE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CFCAF-6474-5481-1D1F-00F3B1C00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EEC99-C0DA-6CAA-7FD1-E98FD969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65D61B-94E3-8C6E-57AB-585B8E96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7806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7AF2D-F5BD-E83C-F00E-0DC8D405D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B2DA3C-B859-85F8-0C87-868EE821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3210DC-EE91-014B-4B04-650E9BC7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CA4ADF-1096-755C-1978-4DA9D58FE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626DAE-2298-E8BA-5BF0-89B86387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822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C5555-8C95-B152-8145-5FE7505F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7969F6-F63D-717E-3745-45D0F5E46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43B721-228F-1F3F-D2A8-4902977E1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020A54-AA16-7D97-B94B-C9622FE7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7FF03-D7C9-1F71-62C0-723D9A65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8BEC13-9293-DB35-A8A6-817ADE44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8583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0B67C-EC5D-05AB-47C6-33640CB41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EAA3E5-4357-51DA-B1F9-AB3BAC10D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7C8A23-0CD4-1EEC-EEE3-364446BA6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189CDC-83EB-5C2B-5455-748CE3A7E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4AB1E4-6C4B-99CB-DEF0-753DB40E4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992CED-0629-6F57-5A1D-120688FC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0C7FB7-DDC4-93E8-2381-BECC8B03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D003CC2-BD6A-5F2D-7F65-7ED2ADED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3457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FBD52-CA18-9572-A33A-D2E7638D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2CEAF0-9F31-508C-BF36-EFDE8478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181C2F-95C4-F57B-4D0E-707504C9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BE9697-4517-8317-5475-45614F9B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0299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DBED0E5-6CB1-06E4-AB94-E62FF216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C60DC2-697B-0CBE-6DB1-266E775D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143EA7-2F04-253F-5B3B-C4689350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3974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3AE0C-8F85-2273-4AA2-698A682B9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173391-D604-4D11-7D18-E4C46BFB6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FB5521-79E9-B6A6-5CB5-1E33F1209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594DA6-C505-EDFF-6CC0-5695F2BD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5FFD9E-8B93-BF06-9941-3F8465F8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5850F1-109B-6C80-947B-8BCA7A0E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9166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75FFF-879F-3732-FCD3-82C53AB41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4CC853-876A-ABA1-1102-85BB8D2A7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670672-FD41-68F9-C2B4-1E514233F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40F162-4978-C54A-F1FC-F8F2681F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9602C4-3D96-7E77-6D04-10F1CEB8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0BA489-B2C2-8587-BA79-273E997A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48628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A9DC3-1CAF-A16E-8D34-7BA64506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59426A-F909-B85C-CBEC-2B3435ED4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370BD1-1098-93D5-7DF2-5AEA806B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155C50-BA87-0DD4-A861-E201DC1C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A28E69-5FE1-600F-16C0-136642A8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37048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23A7E2-FCA3-CF54-3F05-07D8F3D5D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ADBEDE-FC41-259F-EA27-6521AA2A9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3F5D0F-FE50-EEB9-9004-366E3BC7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DAA341-37FF-50F0-96A7-ACEDFE70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CF31B-D32A-B358-3DF5-8EDD488B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5833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B8E9CA-0C18-48EC-2612-5B3DEFEA0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853C69-6042-323C-B0F9-F29FDAD73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8AA25B-8A74-8FCF-28EA-770218858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F5889-A9E5-48D8-9A41-C6324CE25734}" type="datetimeFigureOut">
              <a:rPr lang="es-GT" smtClean="0"/>
              <a:t>28/02/2026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5E8FAB-790E-AB59-CB92-EE03B0F5E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40D581-B78C-4320-94C6-215FF1542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4E7DD-DB89-42AA-AF39-4A461228D43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1659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1C465-6850-44C7-5B62-7180E8F600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AD3EE4-2E1F-73BA-C4A4-D5BC9054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5761"/>
            <a:ext cx="9144000" cy="1655762"/>
          </a:xfrm>
        </p:spPr>
        <p:txBody>
          <a:bodyPr/>
          <a:lstStyle/>
          <a:p>
            <a:r>
              <a:rPr lang="es-GT" dirty="0" err="1"/>
              <a:t>Clasificacion</a:t>
            </a:r>
            <a:r>
              <a:rPr lang="es-GT" dirty="0"/>
              <a:t> del sistema estructural, </a:t>
            </a:r>
            <a:r>
              <a:rPr lang="es-GT" dirty="0" err="1"/>
              <a:t>torsion</a:t>
            </a:r>
            <a:r>
              <a:rPr lang="es-GT" dirty="0"/>
              <a:t> ,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1C1B8E-E498-9B30-C5D4-8893BAF1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67" y="520700"/>
            <a:ext cx="62007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7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64481-FDB9-E2C8-B5C4-CB508D565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53BF675-6BF1-4913-C488-EACC0BC1F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3333" y="576776"/>
            <a:ext cx="8483505" cy="483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C6483-E793-6D34-71FC-4A70D326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9C8D1A-FCDC-4A72-301E-C9681E7E1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44D2EB-E6BD-65FA-249E-BAAA41C5A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23" y="681037"/>
            <a:ext cx="10170577" cy="45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6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6D880-96C7-7934-7DE5-35343554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A9159A9-A6FC-7FD7-0B42-8C097B818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3928" y="745032"/>
            <a:ext cx="9335538" cy="5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78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6E695-0537-853D-4F85-D715C620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B6452A-C8FD-FF3C-08B1-480D89279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0D4D22-A0CC-CC4C-78E7-46E547C40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078" y="543866"/>
            <a:ext cx="8340457" cy="558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5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D6067-96FD-6A4C-EBF1-C803FE48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69557-87DF-D3E3-8622-EB6D9D5F5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674CDB-7F03-275D-8017-507AEC5A5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92" y="365125"/>
            <a:ext cx="9353478" cy="564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6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38F34-608D-CCFA-C82A-C8ED7FEC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2FEF63-4177-9937-BAE1-48C270228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F9038A-5062-DEA1-AF10-55630797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62" y="365125"/>
            <a:ext cx="9870038" cy="565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3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3E0B2-58D4-AA83-6F9D-45FFE0E6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Contexto </a:t>
            </a:r>
            <a:r>
              <a:rPr lang="es-GT" dirty="0" err="1"/>
              <a:t>Historico</a:t>
            </a:r>
            <a:r>
              <a:rPr lang="es-GT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ED096B-ABF4-7E73-34D5-44EB4677F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95341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F41FA-A8B7-A233-507D-85F73502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3400C8-9C2A-DDB4-1F20-49D5F98EA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E7C4F5-4F7E-B1F3-5CF8-9522DDBBB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15" y="365125"/>
            <a:ext cx="9882953" cy="583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41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3A2D4-77FE-FB93-7C89-113A5B1F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34D0DA-E4BC-70E8-F80E-FA31A1260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E2E49E-F0B8-075F-5D6F-A1CD094B0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39" y="365125"/>
            <a:ext cx="10239376" cy="617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69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99961-04E6-10A5-CCA1-B4DDCD19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C5EA7-FCBB-906C-0EA6-A647077EF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D32DAC-7A59-6213-BBD8-26AFF1203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89" y="155623"/>
            <a:ext cx="10022811" cy="583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15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F5E34-9E4A-93C5-1D61-F0480A96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41646E-B046-DC50-2D36-37F704973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78BC23-01EF-2C48-6511-18FBF35A7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651"/>
            <a:ext cx="10373751" cy="603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98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26816-FF13-6BD6-C7A8-54F6BEF82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348495-3AC5-1A8C-ACE1-FB6A682A6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5378CE-A4A6-DEC5-41B5-7C973485C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8704"/>
            <a:ext cx="10342132" cy="520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34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0EFE3-FC82-C301-6212-302540236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7F82B5-9493-2363-9B21-1294EBE05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E96499-DB5C-D2E5-79C0-8E2EE3174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518" y="365125"/>
            <a:ext cx="10133282" cy="562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07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28ECE8-4010-93E4-760F-B90255CB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3560C-6CF9-5C78-BFE8-ACF582459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41928F-CCF6-C0A2-24FB-6A97EC6F3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071562"/>
            <a:ext cx="84963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88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F21DB-08BE-29EA-F9E7-84E9E823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1BE701-2199-23BD-5C94-07D93628D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2DBF7F-4641-271F-3BF8-0A24ECCE4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305" y="470021"/>
            <a:ext cx="9719750" cy="536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80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29231-9B1E-6DD9-9CC1-97AD243E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3144A6-A6AE-3B55-E493-262717825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E471D1-5C17-82F5-42B4-8B216D751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094" y="502553"/>
            <a:ext cx="9837893" cy="554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42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8736E-45B9-9755-4A9F-FDAC4770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D63457-988E-F336-9403-2AA4DB50B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939682-7FFC-90FD-7DC4-D26FE732C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2" y="928687"/>
            <a:ext cx="87534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53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703EE-A547-FB28-CE68-0E9F9AB5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290604-9A39-F4AF-370A-FFC496E84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Efecto de columna corta </a:t>
            </a:r>
          </a:p>
          <a:p>
            <a:r>
              <a:rPr lang="es-GT" dirty="0"/>
              <a:t>Junta sísmica </a:t>
            </a:r>
          </a:p>
          <a:p>
            <a:r>
              <a:rPr lang="es-GT" dirty="0"/>
              <a:t>Confinamiento en los 2 lados </a:t>
            </a:r>
          </a:p>
          <a:p>
            <a:r>
              <a:rPr lang="es-GT" dirty="0" err="1"/>
              <a:t>Sepaacion</a:t>
            </a:r>
            <a:r>
              <a:rPr lang="es-GT" dirty="0"/>
              <a:t> mínima de junta sísmica 1 pulgada  </a:t>
            </a:r>
          </a:p>
          <a:p>
            <a:r>
              <a:rPr lang="es-GT" dirty="0"/>
              <a:t>Que son pasadores de corte </a:t>
            </a:r>
            <a:br>
              <a:rPr lang="es-GT" dirty="0"/>
            </a:b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696571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8E9D5-FD63-B3B0-AA53-3D984AA9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7372DB4-A032-42B3-0E4E-922ADCB73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2439" y="1690688"/>
            <a:ext cx="7320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02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63D69-6CA0-9B31-EB10-196CA3BF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5642AA-81E8-5ACE-B9FB-D963E585B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22775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B3CD7-1EC4-877A-6EEF-E04A561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317CA-FAB7-5258-932D-918DF44DA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4276" y="1825625"/>
            <a:ext cx="75634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7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CBE04-5766-0088-5D4A-F96905BC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E83EC8-368A-6BFE-F6DD-105CEE49E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33C912-15C7-824A-9E16-39B9C6766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38" y="526172"/>
            <a:ext cx="9067592" cy="476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80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73304-4BB2-FE79-EC66-9E4E2800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119B8B-9CC6-CF05-F218-5AEDAA623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96615B-D66C-C9CE-C1D0-514FB492C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06" y="787792"/>
            <a:ext cx="10230032" cy="490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34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EDD88-0CA4-EAB8-BD2E-904AA59F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0A26E2-A200-9690-133D-E56852DEB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A0B0C4-5F0A-064B-54CC-5882CF52E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833437"/>
            <a:ext cx="92202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85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78BCA-12D9-CE36-D108-D4166CEF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39C249-DFF2-0220-A377-7E2EC0DD0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C7B9A6-781B-C753-CDA6-218DFA25C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914400"/>
            <a:ext cx="92868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68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0B911-2E1D-8879-DB58-A657D7E7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EEAFB5-E015-935F-D9D5-5F1B23811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0FA6F2-86A9-B286-F298-DFD8005B3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36" y="576141"/>
            <a:ext cx="9829728" cy="532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85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20240-6A27-CE14-4640-247A093D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0DD46C-A43A-AB53-1080-79EB444E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F67A2B-B1AC-6A44-CD58-CB0775351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7" y="365125"/>
            <a:ext cx="10605258" cy="551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79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52D13-B78C-D12C-6675-E341420C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151AB-B5BF-47CC-E8C3-65DB2887C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097C7E-1C96-BB74-7B4D-2295CD443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681037"/>
            <a:ext cx="9768840" cy="554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3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54725-E7B9-320F-0683-17320130F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A5C8E-108D-7240-EA97-13F776D0B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7D3D19-621A-F62A-468C-D41B2C0E7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26" y="520505"/>
            <a:ext cx="10668483" cy="597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34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A2507-643B-1014-5461-D59923B1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521857-9102-D1D6-1433-1469C88B3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F2A732-8BC1-E99C-10C4-D32C309A4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871537"/>
            <a:ext cx="8782050" cy="51149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479D83-7882-C519-E3F0-0B9EF6735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62" y="795337"/>
            <a:ext cx="89820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97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1C2A4-7049-BF9A-D488-2D0A0925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48D99C-4913-E703-57D7-B91C3EE00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57C8B6-6FB5-0FD9-5D9F-A82B82B66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728662"/>
            <a:ext cx="927735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84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C3C4D-E8F9-1E55-ADB4-A3A3EF5A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A8248E-5E08-E32E-5177-8446BF32D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6294C02-1615-994A-0F4C-1FCA81CD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341" y="1027906"/>
            <a:ext cx="9627836" cy="42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27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944FA-4014-C7B1-CAF1-1A2E13D8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7C8236-930D-A484-FD7E-FDE089129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48065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C5826-5DA4-6D5A-6D25-A09012F6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22EDFD-79C9-272F-7622-969E6B183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81228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9513F-C959-B3D4-ED34-6671F6FDA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7E1263-6A75-4F13-3B31-FE73B068F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11200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53EAC-E499-6E12-D399-0C14D012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6F67F7-865F-F9F6-E26A-1A3AA3084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47025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4648A-6B45-13F2-598E-6426082A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FC7767-8AD2-FA08-3E16-FE842CFE2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48561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B1896-04F8-4CB0-4C10-D61F2E1D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B79E89-9A3D-D2B1-2C05-528D59D7C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38103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CF0BD-4C5C-EA6A-084F-0F799CAA6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60CF92-284B-252C-0022-EB87DACC6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450748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Panorámica</PresentationFormat>
  <Paragraphs>7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Contexto Historico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2026-02-28T20:31:23Z</dcterms:created>
  <dcterms:modified xsi:type="dcterms:W3CDTF">2026-02-28T20:32:11Z</dcterms:modified>
</cp:coreProperties>
</file>