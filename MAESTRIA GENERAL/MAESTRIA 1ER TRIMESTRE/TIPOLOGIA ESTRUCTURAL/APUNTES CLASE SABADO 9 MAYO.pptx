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3" r:id="rId22"/>
    <p:sldId id="284" r:id="rId23"/>
    <p:sldId id="285" r:id="rId24"/>
    <p:sldId id="291" r:id="rId25"/>
    <p:sldId id="292" r:id="rId26"/>
    <p:sldId id="293" r:id="rId27"/>
    <p:sldId id="294" r:id="rId28"/>
    <p:sldId id="295" r:id="rId29"/>
    <p:sldId id="286" r:id="rId30"/>
    <p:sldId id="287" r:id="rId31"/>
    <p:sldId id="288" r:id="rId32"/>
    <p:sldId id="289" r:id="rId33"/>
    <p:sldId id="290" r:id="rId34"/>
    <p:sldId id="276" r:id="rId35"/>
    <p:sldId id="277" r:id="rId36"/>
    <p:sldId id="278" r:id="rId37"/>
    <p:sldId id="279" r:id="rId38"/>
    <p:sldId id="280" r:id="rId39"/>
    <p:sldId id="281" r:id="rId40"/>
    <p:sldId id="282" r:id="rId41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056DB-14BB-180D-2AD4-C8FD7A1A3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7CF326-4AE7-E366-E322-2B5E2740C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56945A-DE62-DD25-9B91-FCB0B276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DDF22B-2F2C-526B-0859-787F63B6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C7646A-60B8-0B48-91E8-66F04162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08579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4397F-B705-D97B-E4EC-B4DA9191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9E70C9-9F25-A1B9-9F93-747218691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14291D-7E4B-2FD3-F106-73814FAA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2C5C54-2AE9-68F1-CC8B-370C891C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494D61-7240-BB65-E507-CFF062BB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8388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27B85-10CF-AF99-D0F1-08172359F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5CF2F9-3E8B-C03D-0953-A150F71C8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02BAE5-E397-38C9-C5A6-B56E09D4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42E738-D8F9-FA24-4A21-26A36143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0B5657-B716-64E6-7C70-1CB8984E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9244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24B8A-F56B-31DE-B9E2-F3E55E8B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404EA8-E83D-137B-86CA-C54EFC658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9075A6-78A2-EB77-3BB3-1472A3CEB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9918FE-46D2-8D8D-E6B7-401D460C3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F01DFC-F5EF-D332-34B1-8F47197F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DC579C-C8CE-7A5D-3724-0347B7E2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5369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EA83B-3255-411F-568C-8E6BFB2C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84F547-327E-C03C-22C4-46EF0D3E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4C2A82-D249-CFC2-6A9C-2C8B6B07B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5AF45A2-FF39-3015-90EC-EA3B921058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63B40B-7AA1-DAE9-1F25-DB1424BE3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516B0E-09EF-67D9-195B-334AB65F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66858C-A9C5-C8B4-6BF6-FB14F565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DF51A26-9139-A883-EF97-881081DB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086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FA3AA-F1B2-9761-2C8C-3BBD387F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8AA640-B272-097E-2B4B-5376E6D5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C18E3F0-731D-7E30-36B1-1A9F0D77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8AC34A-5949-3DF7-4DF4-544FFB66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7659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67BFE2-A6EB-7E24-E530-AD09FB2E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19BBA41-6AC2-028E-6664-057D48011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2E72C8-271B-129C-757A-041ABF78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8595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7A416-7BE5-4D44-61EC-F63348873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628C3C-DC37-E113-C991-B218F92AE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CF3064-08C3-896E-9474-BBB0269DD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5FE4EF-D128-6BE7-1176-CFEEB81D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D4BDFD-FAD7-2DE4-23AA-2CB4C506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7E2C53-E15C-073F-A3C0-8F505466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3121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A95D6-ABC1-0866-1E3C-4BEA52122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B9CFD1F-1C3A-B4B2-704D-0881EA5B0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9A1CDA-1B38-3468-52F8-BE8C7AA0C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88F3AA-5DD2-B3AE-7B12-4EC61611A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69AC91-B176-F295-873F-5ECE5210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D5B827-80A3-24B8-6D07-0CD55B41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71442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76B25-0763-844B-7227-CBB6C37BE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2BD934-8DF1-D8A6-C39E-799879A5A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F0EEA2-89E7-5AF6-66AE-0696670B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E8CDBC-4A4E-5030-583C-91082B8E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1325C6-435C-76B5-F584-EC440E3C7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8607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296A46-683A-28FC-F47E-268609521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B624E0-B3A0-0CC6-CB66-1D56B4E5F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553CCA-CD9E-8C8E-7AB3-C855B29A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676BCA-4CFC-584D-F2FE-35DF87C79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236027-433B-CF4E-9824-2F5B7505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36275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3E35324-0FAE-54D5-9F43-3C835788F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0BF62D-6622-4958-B611-246028003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994F1D-51CC-9C4D-0B33-5A080379F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3320A-84DE-44A2-96FF-CE62D56439D4}" type="datetimeFigureOut">
              <a:rPr lang="es-GT" smtClean="0"/>
              <a:t>9/05/2026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3C0D8C-92F9-97C9-A58E-21C672F56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AEC1A3-B662-8687-F3BF-F922C47C8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CAD3B-1742-4956-8F12-84F7832F63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5050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1C3EC1B-7331-1D90-2C64-6A5FC7EB8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56D7A0-9E7E-3E73-E9BE-D004AEEF6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301" y="1105576"/>
            <a:ext cx="6933844" cy="53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8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6B44F-4C72-3ECB-CB77-12DC989F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59AA9E-BB17-4B61-8D47-2E5DFC4A6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905" y="1376076"/>
            <a:ext cx="6706536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4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F0E50-CCE3-2A2C-1DCF-2A947EE1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809F56-8233-1D53-E6A6-81B1D5DED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339" y="885470"/>
            <a:ext cx="3553321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87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182D7-856C-5601-20B1-A03D133F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A14497-44C8-8799-4C5D-FB57F9F6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516" y="732485"/>
            <a:ext cx="6118967" cy="519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9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1EA1B-A2FA-BCCB-487F-54287E2F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72C404-8FA5-7A60-7888-4C072BE21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074" y="856891"/>
            <a:ext cx="6639852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77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5BD7A-2103-1CF4-A2EA-CA5014DA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3413FC-D97A-ED1C-38AE-07BDCCBDE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628" y="923575"/>
            <a:ext cx="5334744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40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A258E-5B1F-83BA-EFE1-475760F4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9EADE9-71F6-DF6A-F220-154E4399E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7" y="1209365"/>
            <a:ext cx="10002646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23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E4FC5-F3DA-3D0B-9413-4F2117E6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E1409D6-9B23-BD52-478F-FB6A5614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5" y="885470"/>
            <a:ext cx="10821910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08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15680-088D-8292-F446-CA82D07D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6FB076-FF4C-6896-FCF0-D6257D6E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03" y="1471339"/>
            <a:ext cx="10526594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73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0ECE0-86ED-A9ED-7566-5A926B5D8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7B2236-7431-C878-64BA-87B4FFC7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249" y="856680"/>
            <a:ext cx="5925377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61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8A623-502E-99C1-7902-7CE2EC89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44BDE7-5727-DB5D-96EB-C00A44C7B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87" y="409153"/>
            <a:ext cx="10574226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99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C0A9E-18FE-F34C-25FB-E64D2CF6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9EE919-016B-F79A-011B-056FF6290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19" y="995023"/>
            <a:ext cx="9573961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99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CEBD9-DE68-4C92-A51D-600EF536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176E24-FEAE-1F37-E0FF-76B629F3D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357023"/>
            <a:ext cx="10679015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07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D6C4E-A0FA-2147-28C3-D1AB72BC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6C94AA-89D8-7C81-A127-61CD27947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31" y="609206"/>
            <a:ext cx="8154538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53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46D2D-3C89-CD6A-1E93-20D693AF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3FDDB3-870A-D339-C2E9-C9730FCA7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417" y="766391"/>
            <a:ext cx="5849166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14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2911A-7558-298F-22BB-E208602D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12D2F6-2D6C-A3CF-5DAE-A2512B04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8" y="375811"/>
            <a:ext cx="8192643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627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2C65E-28D0-7ABF-BF08-2A957C775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E6AADB-CFC4-F6BD-F986-B1B3122B5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04" y="561575"/>
            <a:ext cx="10555173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2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AA621-7E5E-0EFC-1544-69DC19B5B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7C94C1-3062-4FE2-7A71-DA4A0027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178" y="1804630"/>
            <a:ext cx="9076377" cy="324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8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87DFC-9DBE-5A05-62B2-907F7FCD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DF9FA1-9546-48E8-F7F9-529AB89F5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29" y="789996"/>
            <a:ext cx="8940141" cy="462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96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8595A-B222-9FBF-08E6-D8581B2D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4635BB-E731-6318-CD79-C2C45D584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366285"/>
            <a:ext cx="10755226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51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1DD842-3FE2-FD24-E04B-90AC0DE3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E534D3-D1F1-4E61-9B7A-79485ED6C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466" y="1467031"/>
            <a:ext cx="9343067" cy="362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17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F067C-7006-A5F6-2259-E8A2CFCE9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7D9C20-6118-62AA-1E36-E50FF5804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633022"/>
            <a:ext cx="10755226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14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1EE54-3EE0-D812-B142-09A56611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842550-0A9E-3FA5-95EE-20A48124F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210" y="753055"/>
            <a:ext cx="5230744" cy="573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58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F7E63-4139-8ACF-F084-66DABF4D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B5D09C-2C38-6DE5-3560-7B0DF1190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697" y="1417819"/>
            <a:ext cx="6257732" cy="371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062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7D795-B734-FE11-41EE-2787A270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B1C2E9-17A2-EFC7-CEC7-D40938F9A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29" y="509180"/>
            <a:ext cx="10507541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38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EBD0A-5AAF-F6AE-62C3-BC621CEBF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E476BB-94F1-C0AB-0529-F41D0F37F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61" y="966444"/>
            <a:ext cx="10412278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34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FD014-D7FD-3E15-C899-A87D0F7D1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6272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97FD7-7116-0D47-F497-4AA5E83F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48359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AAEAC-B6BD-C601-1917-899E643F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59068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85F61-32FB-7735-F8C6-5436105B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6491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69CFF-AC77-92DE-ACB5-86C3D396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58768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8CA84-C129-C59F-5AF5-8A037104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50324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1E0BB-8101-850D-D475-1E66DA26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35307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039D1-202E-CC34-788B-DCE4065C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93930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6A71FC-D951-4EAF-DA65-793CDD75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843876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291B4-13F6-B329-D75E-9FD18F49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42648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A5E99-F362-BEB6-F0DF-095DFB649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105768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9E1BE-8391-B74C-8037-36AB9442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57164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6215D-4E15-A372-DE3A-C35FBA6C4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029760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1B328-C9CB-5685-7738-C290C0C0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839759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40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2026-05-09T19:31:48Z</dcterms:created>
  <dcterms:modified xsi:type="dcterms:W3CDTF">2026-05-09T19:32:05Z</dcterms:modified>
</cp:coreProperties>
</file>