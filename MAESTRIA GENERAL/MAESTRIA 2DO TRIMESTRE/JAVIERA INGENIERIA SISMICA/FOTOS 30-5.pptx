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6" r:id="rId19"/>
    <p:sldId id="277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9B3CE-CBD4-0FED-4B5B-77C024420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0ADC3E-0A02-84A9-9762-3A256D3E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BFFE-3641-53F1-8684-A4BB18EC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5796BF-35DD-9328-E052-78AE9632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17AA3A-16B0-DC68-7759-A7B6FA0D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317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47008-21C3-EA38-364A-5759CD29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91A20F-AB7C-4ED0-0DB6-DB2B8105B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13FF5B-D705-FCC2-3D0F-9AACE4E92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1DCAB2-6106-BF04-CCAA-0A259268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AEFC4-7305-1E2B-3587-0B241685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21708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82E20-61F2-7375-2A58-C5C9F758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64678-8203-B2AA-1A67-9232F3B30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495CBE-7586-8F12-F24B-0BE3AA8D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0C108C-DCF0-1FEC-659D-E1EA484D0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BC3D-32AB-ADC9-96DC-DAD7F670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5749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13A6F-3923-6CE7-F005-DBA4832F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25B4DC-F2A5-57A8-2DA4-CD8EE36FC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AEDB18-6608-3E20-4EDF-0A7CDBB3F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7B093-59AF-9230-9DA8-A552598B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7F783A-16D9-BFED-B9F0-BEF1185D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CDEFA8-1B91-F3FF-4889-4D843384F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5479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885F7-A4B2-85B6-4E3C-C34C5F25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9765AB-2964-4291-A320-F5B9E0772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0DFC08-A668-E11A-D7C4-E1F3FAE37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2AC4B1-C115-4D6D-A427-BBB4B9F003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EACAAF-330E-1B16-6CF4-0B2E31CE7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73B004-B694-B402-10D9-F741300D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0ADC3A6-ADCB-CCE2-CF57-FFC70B32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229DD0A-F514-BF01-5D27-077B57C81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3434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E9A74-40D7-BA87-1A21-922CC925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915786-0209-8FEC-0706-489AA808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0D55462-3264-5E33-5711-49A1166A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E1BA739-8E44-732D-7B07-BD6733F9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67929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DB448A-F86F-0D11-AEDD-44B2F8C5A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FEFB4B-1986-BC73-7DB3-19422122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F06EAD-B8C5-A853-FCD7-604F5C1B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84944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D9458-D97E-49C9-D4ED-AE6235A6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67405C-2F63-2F0D-79C0-5887979DF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5F8347-0E2C-B791-BB17-C8174040C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171EE-B07C-8CAC-9985-4A445F41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4D1E31-8441-967F-3A95-2991D4C3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81186-FB15-6E15-765F-0574DCC6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8221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A001F-D759-036C-DC6D-BB015946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EB83FA9-163F-6FFB-3125-B9EE7486F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A0AB4-E9AA-5928-9D4A-A01D467F3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F80A33-48AD-0341-8B6F-411566CA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8BF781-1EA3-E241-A206-34052368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29AC6F-0898-B9F3-8ED7-DCE25E839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3038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EA73-702D-37D6-E7CD-D77BAA4E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E9637A-C326-161B-C20D-01797C542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89E829-43F6-DA4C-F6EA-E8D41146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D64753-B5B3-7B26-9992-909C8BC3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ABBD3-7FAC-4E43-AA2B-5AC674AE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5136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1403651-FCEC-AC7B-C54C-C3FD7A657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FC88C1-347F-26A3-2BAA-DCD0A45CC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7A41E8-6244-4BAD-6DD3-CB7857DF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6F938C-C0EA-C70D-D333-3C55A882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50A71-B2A3-9B24-B4B7-E15302CB4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81739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32608C6-C982-CD7A-9C65-50109D2F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A2D3F3-2E14-679A-EC4B-BF4DADE5A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23B2E5-3468-05EC-1DA3-8F4208004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9A1B0-2B8A-40C8-AEE2-61C2BA2FA724}" type="datetimeFigureOut">
              <a:rPr lang="es-GT" smtClean="0"/>
              <a:t>30/05/2026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C912BE-1A1A-B8A2-9B7F-C2C5C4C34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A1F987-0773-9C86-09DA-75879D9AC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989AE-79D8-4B47-A87A-90093842C891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6705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9FC45-B311-5231-FD29-7752EAA47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398BB3-2C2B-9976-1E44-6BD04195C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8D3530-978F-3C2A-6773-2254F8112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0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0598D-E43D-940D-2831-2DFD3752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250 palabras cada uno </a:t>
            </a:r>
          </a:p>
        </p:txBody>
      </p:sp>
    </p:spTree>
    <p:extLst>
      <p:ext uri="{BB962C8B-B14F-4D97-AF65-F5344CB8AC3E}">
        <p14:creationId xmlns:p14="http://schemas.microsoft.com/office/powerpoint/2010/main" val="130529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9EA35-2108-2910-AA1D-F3FE7D1D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432988-5503-EE70-540B-9F94E6A04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8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D7317-B95B-06B3-C6AF-0594BED3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AF5820-9A23-E090-8A2D-33FA8AE5D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2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81511-46E3-B4CC-62E3-32B7C438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380637-4691-640F-9340-000E951AB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7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301C9-DBC7-8298-816A-751826B8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DD34FE-6A13-AD21-FB7C-65EEBE524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15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E7788-9D14-B61F-9B11-49E5B0DBE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ED87C90-AC72-63F9-C7D8-ACEEB2DC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5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5F973-B40E-4F27-D039-78D8448E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F233E1-320C-6266-8C1C-3FEB6F93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8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95B07-2332-7246-CDE2-E0B71C9CD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FC74EE-E9D4-5527-FC58-03899EFC3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783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A3046-D1FC-CAAF-A780-78C30E9B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F1F5F6-5D11-7518-5130-868C8394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16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13E93-8A43-EF2E-E082-B82027AA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EE5BC9D-FDE4-E7AA-AAD5-D74754E1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2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E7874-DB6E-68DC-2B47-5BD9C97B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A94775-8606-9C9E-8517-20877DC3A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10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86F6B-AD08-51C6-7580-646F8B7D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84E804-BA3A-AE37-60D3-901AED27D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4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025D0-46D1-9C4D-B83D-D922AB5A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AF583F-8418-9DB6-1CE9-1169D164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00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59442-39E5-310B-34C7-66D05619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AD9114-7A3A-0E20-091B-05BD89E7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24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009DF-1312-EAB1-39D8-17C28518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C1E61DE-2DFC-5825-99B0-3A508A3D4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39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3DB63-24EE-9B1F-E1BF-88D99C2F1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1AB980-3313-AA87-50E9-D10A1382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848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3CFA9-81A6-D8FF-9EDB-0D8F4F69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12083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40F58-9265-B311-CB7B-D47EC91E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68755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AA81C-96A7-6698-DEF8-93793A35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73266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D2D25-3382-587E-D404-F9ED409F7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74889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32106-A835-B5AE-535C-D6E87B20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222426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Panorámica</PresentationFormat>
  <Paragraphs>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de Office</vt:lpstr>
      <vt:lpstr>Presentación de PowerPoint</vt:lpstr>
      <vt:lpstr>250 palabras cada uno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Carreto</dc:creator>
  <cp:lastModifiedBy>Ivan Carreto</cp:lastModifiedBy>
  <cp:revision>1</cp:revision>
  <dcterms:created xsi:type="dcterms:W3CDTF">2026-05-30T23:57:02Z</dcterms:created>
  <dcterms:modified xsi:type="dcterms:W3CDTF">2026-05-30T23:58:03Z</dcterms:modified>
</cp:coreProperties>
</file>