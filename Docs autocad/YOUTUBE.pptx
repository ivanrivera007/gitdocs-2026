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98205-1624-F523-A31F-634E7C470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10BBEE-AE6F-C258-7C1A-EB019DED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3B1CFD-9468-517D-50A8-5A64F56E3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C921F6-2655-44F5-769C-DE2464E7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C73C1C-8A7D-7085-87FB-7EB89CB8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3130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05AEB-44BD-B184-430F-A7ABE600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577D57-BEB7-C29F-64B4-8B331594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8389E-63AA-7FD7-C693-01451BF7B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4EC899-725F-7833-E6C6-305CC51E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AB7B2-A990-A46C-6960-869C4381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4461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521DF-9B69-56E3-1CA1-C6FADC35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2B7073-8541-4ABC-B02E-124712832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0A174D-07C5-01F9-6DE4-111FEDB6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4CD531-6329-5872-8904-E1EC9E0F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E3C5C-7448-F236-D0A0-29F469C5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8257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CA76F-B599-3FE3-B398-9AD48A2F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0A54E8-D480-AFFF-B9E0-AD3DD739C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AB64C9-E326-7A2B-CA44-EA8669C81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73AEC9-E29B-E658-9924-D30E3814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D34CB4-4BFC-37B3-466A-5CAD789D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4E239-C35E-12B8-9A0E-DD421A7A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6937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E035A-8466-DD2D-86C1-AA939E1C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98D591-1DB4-6510-D285-4CC03AD40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78CAF4-2E0D-633D-81F1-E5EB8B0DD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F2573A-D82A-087D-F5A9-8591AC2CB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A0CA54-5F32-46EA-EF34-61EDB7073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00BB76-7DA1-7CDB-26FF-9F4C2462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C2D13E-EEB5-4372-09F8-80A53753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03599C-26CA-85E3-FB48-5111022F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8173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9CC4B-A3EB-842D-FACC-D1363567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ECA72F-0B88-7F3B-DC5C-43479901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8F8C5C-02A0-7B17-D611-B5735801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016985-024A-EF15-1ECE-50455653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2240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978736-B40F-A626-C1DD-6B48F844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A349FB-1A5B-340D-DE73-4EB59783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BD7450-92B0-EF57-2BC5-65BC88AA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4581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C6B79-57C7-3D2D-D876-AFF1C74C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40B36-A298-1BA5-3E3F-EB6A139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9F0806-CE8E-DBFC-7A24-DE6F62111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E4DFBF-A06A-9A78-3800-5D9593B16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EB6D14-825E-6EFB-2ED4-F62602BD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FFFB9F-1089-3F47-8E09-D6158C03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1073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36613-0249-CDE9-DBFC-19D51ECD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FCDAFB9-9834-50BD-E344-74C56D3E8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F52BAB-3B65-D984-9124-AEC0482D8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8D60C0-5D57-FC50-0BCA-1A74F07A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C1497E-044B-772C-1EA4-33D5AF80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3F2015-E37C-2F3A-510D-5D33CE9B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2931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2AA6C-82AE-424E-25D2-5C8CC2CD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3934F1-99EF-32EF-E873-B98FD4D70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1E0E2-7D24-423C-E13B-5C094F8D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AE88E8-4B2F-AE2E-CDE3-49B759D9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D43AE2-4AA9-5212-3045-962F8A1C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8722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4ABF21-0633-D829-8468-841A64D9C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F1F295-876A-E78B-E401-36A50ED3E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CE74D8-F799-2AA7-3DB4-6886ABAC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6BB3BB-2D86-BC20-A30E-36B2EF7F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9EAEBF-979F-4ABF-3720-9474C2DE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7997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8A1596-5864-D96C-77BB-52C14DCA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2F3F2B-D73D-028E-6016-8D96F4DDE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BAFB61-0670-A4BB-6AF3-B2C770FB5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091C4-8205-4F01-9B67-60CD262772CA}" type="datetimeFigureOut">
              <a:rPr lang="es-GT" smtClean="0"/>
              <a:t>22/02/2026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9BF70-8340-8C5C-3F28-DA9A870E2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0A7B28-6403-DBEE-77E5-3DD3CBD6F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09715-9DAA-4F4A-B22A-6941784FBF6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1695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B0666A-BBFD-B2EF-FD33-B488FA8A1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902" y="532430"/>
            <a:ext cx="6968196" cy="579314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239F8DA-F52D-1B01-9E2F-44122D93A565}"/>
              </a:ext>
            </a:extLst>
          </p:cNvPr>
          <p:cNvSpPr/>
          <p:nvPr/>
        </p:nvSpPr>
        <p:spPr>
          <a:xfrm>
            <a:off x="1048232" y="364812"/>
            <a:ext cx="78447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Activacion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snaps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OSNAP</a:t>
            </a:r>
          </a:p>
        </p:txBody>
      </p:sp>
    </p:spTree>
    <p:extLst>
      <p:ext uri="{BB962C8B-B14F-4D97-AF65-F5344CB8AC3E}">
        <p14:creationId xmlns:p14="http://schemas.microsoft.com/office/powerpoint/2010/main" val="127004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F6FCE8A-E45F-8D26-D279-4CBDAFCE4F21}"/>
              </a:ext>
            </a:extLst>
          </p:cNvPr>
          <p:cNvSpPr/>
          <p:nvPr/>
        </p:nvSpPr>
        <p:spPr>
          <a:xfrm>
            <a:off x="1152866" y="1350497"/>
            <a:ext cx="8202150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</a:t>
            </a:r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 dimensionar</a:t>
            </a:r>
          </a:p>
          <a:p>
            <a:r>
              <a:rPr lang="es-ES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Rect</a:t>
            </a:r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para rectángulos</a:t>
            </a:r>
          </a:p>
          <a:p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 Copiar</a:t>
            </a:r>
          </a:p>
          <a:p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M, MOVE, mover </a:t>
            </a:r>
          </a:p>
          <a:p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RO, rotar 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467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3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78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112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22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Marlon Ivan Carreto Rivera</dc:creator>
  <cp:lastModifiedBy>Ivan Carreto</cp:lastModifiedBy>
  <cp:revision>2</cp:revision>
  <dcterms:created xsi:type="dcterms:W3CDTF">2026-02-20T02:10:26Z</dcterms:created>
  <dcterms:modified xsi:type="dcterms:W3CDTF">2026-02-24T00:00:48Z</dcterms:modified>
</cp:coreProperties>
</file>