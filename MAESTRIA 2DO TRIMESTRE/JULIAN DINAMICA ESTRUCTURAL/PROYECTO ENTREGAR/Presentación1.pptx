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F5BE5-BE6D-E112-427A-57BFEAB0F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0AD185-A801-4470-D57B-9D9129D1C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2FECC5-40A9-2501-8FF3-B5EC87F4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D34DDA-D5A8-8672-3AA0-98AF6FE2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196E1C-E002-C908-2AB3-044639AE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9990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A8B29-531D-201E-3272-41D40439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CB92F-E6A4-AFE0-DAD5-2187FD082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53CA5C-D46C-2168-383C-8F1ACFE0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251A6D-10D0-FE3B-11B5-328D5346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E7501F-A1E2-B4E3-E824-455499AB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595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0C936-4EFA-E99A-CCFA-2F295FBA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BC653D-0551-F487-F4B0-DFF6A99A2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EE8D70-5876-8430-F1CF-67FE28FC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8C247-5030-3B13-F4BF-C0B376A3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9FCF83-04D2-6E17-5067-10D934BB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994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D3F82-4903-972B-D838-DE442E93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ED3AA5-F32C-C11A-5232-4E97560D4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90205E-C16F-66DD-7045-27589777E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C94384-55F8-62DB-2DA8-DDC332C7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37C99F-D4B4-304E-6902-C1F2A703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4A68B4-2B32-E6F2-499C-9B06D67A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33496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29448-1C0B-A337-CC08-7AAC70ED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B8B85A-8C39-FB51-398D-41012A703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D2E112-2B8C-9A79-507E-F49536BE1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F8DC2A-E95E-894B-9B8F-6A3ADDAB83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5A0ABB-0ED3-8A88-31CA-131D62D87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87AA76-7148-0743-7F82-04E08626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DC99FB-09DA-4485-6224-B3F05648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762DB4-E5BF-5229-3997-CF0E1ADE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3838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D51A6-C808-C4C2-9A82-1A27354C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D67BC8-CFCB-8A01-D66C-C3395AAB3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9DB3B8-014B-4B38-77DB-CDAC2DD26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60C008-0D41-E2AB-8B33-3FE17578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8273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F825BAB-1BAF-89CE-4CAC-0AD18B04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0B14CF-EA8C-E228-1275-6955233A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4F2CD9-0D02-6860-BFE2-3819BA07F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2245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BF5F3-DFA9-5E8B-ADFA-3F26B66B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A53872-F52B-4A3F-6372-ADEA98119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F39456-01B3-3CB8-D4FE-0F83E618C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9FAB69-CABD-69B8-3986-55D9958A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CFAD83-70CC-7CDC-C28F-3E29469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4254D7-9F3F-385E-F0C8-540E2AAA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8358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288C0-4A03-72B7-B6A9-4F2D442E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56A0D6-17F8-2D9C-E98D-09669883AE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A94DBA-2338-D7A7-805B-493B7592F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4633D7-0FA2-503F-176B-60B23AEE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661629-4D4E-9703-82DC-4CCC1DE4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2CCA66-4AC7-4841-0348-036A2A0C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7839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50CE5-A936-87F9-F9EB-31235E685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376CD-F31B-CA9E-811D-F95D53AB8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AB680-57C0-7AC6-2AE8-08B7E481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92A0D3-AFB9-C6E1-220C-7A5C75DB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280341-DE0E-BD78-0AB2-3331EB56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5355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9B8859-233D-FFBD-BA21-973920195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005C0C-3883-3CBF-3766-7A02EA153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F1D284-0EEE-A62C-1CE9-4F5FB7E1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FDB6A6-D96B-7665-ED34-CB3AA5D1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96E211-1DC5-1B1C-C7AF-67BF1078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2421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108910-9555-D7AA-4FFE-E0803F37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486550-14C3-D769-7E45-3B280DD07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5F2FD8-AA30-276B-759E-7365F3C5F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4E80E-DF6D-4C58-9155-CAA2A034ECB4}" type="datetimeFigureOut">
              <a:rPr lang="es-GT" smtClean="0"/>
              <a:t>16/08/2026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9E36B-2EAD-0F23-68D6-C278E653B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018F81-4828-99A2-A1D1-ACC91D4E4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08385-1A2C-40F5-B247-699D9985E5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56379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AC117-7058-E065-0FEA-70DAA7D84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64531-2B20-7A9C-7700-95A98A563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9D3110-5069-A17F-DBA5-D63655437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342469"/>
            <a:ext cx="11326806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38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545582-3EA4-525F-DA45-E17052DA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852128"/>
            <a:ext cx="11231542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115591-263A-07A2-893C-BD6B77A7D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437732"/>
            <a:ext cx="10659963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6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D47861A-D30F-533F-4108-4872B1849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332943"/>
            <a:ext cx="10402752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C8919B-B185-1D37-645F-9FF54BE4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4" y="409153"/>
            <a:ext cx="10583752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06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D2BD80-0562-8B27-A8CC-990AAF61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34" y="580627"/>
            <a:ext cx="10612331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5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9FF72F-1E71-0DA2-DB47-DA679A496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513943"/>
            <a:ext cx="10860016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11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25AD63-5910-989F-684C-342696760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34" y="452022"/>
            <a:ext cx="10793331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2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10205BC-8F26-7555-A3E9-555425D90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18" y="280548"/>
            <a:ext cx="11202963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2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F693C19-E137-5040-F69C-687B426CD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371048"/>
            <a:ext cx="11145805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39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2026-08-16T15:30:59Z</dcterms:created>
  <dcterms:modified xsi:type="dcterms:W3CDTF">2026-08-16T16:29:59Z</dcterms:modified>
</cp:coreProperties>
</file>