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64" r:id="rId16"/>
    <p:sldId id="265" r:id="rId17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D6B38-29AD-DC56-6FA0-4C1112FBF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6F7DC1-D03D-B7DD-83F0-243BAD0EC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707955-EE89-8A05-9029-A7268F58D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FCF4-F7BA-4691-9504-0C1241198E1D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9B42F4-FAE3-2847-A6CC-C4B44BFD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67EE2E-536B-3279-0E7D-8E955E07B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68959-FF8A-4C8D-8534-E3A3470BE50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04021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4501B-4A80-94AD-D867-AD476EB24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C734BB-6F19-1878-A8A1-01CA70E5D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34FE8B-A6D6-9A47-7AEB-28B9915ED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FCF4-F7BA-4691-9504-0C1241198E1D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2E498C-15B3-10A4-CE70-DBDA81A59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075722-78E3-6A84-8F7A-41CCDA11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68959-FF8A-4C8D-8534-E3A3470BE50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89820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B49B01-A4A4-8ACC-96F3-50A408D23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EE3EDF-90D0-8FC0-28DE-F83967F06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9FC67-6F53-7887-9B98-CA13E6521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FCF4-F7BA-4691-9504-0C1241198E1D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EA826E-59A5-6C84-7A68-0B8FC4A53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3B8024-DB09-9E1B-9E11-96DEF431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68959-FF8A-4C8D-8534-E3A3470BE50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7715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0EBAB-8BE0-80B3-4371-D34D576F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60E3BC-09E3-601B-61C6-9C412FB28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AEF67D-1088-5AA0-FBBA-B112DD001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D883A6-DEA6-A3B4-07AE-6071083D7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FCF4-F7BA-4691-9504-0C1241198E1D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638248-2EBE-070B-AA43-25487FAB0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611ED2-CC93-D891-ACBF-BE1089EDF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68959-FF8A-4C8D-8534-E3A3470BE50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88456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8F90E-163A-DCE7-624D-3AFE41F0F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68D082-4DD2-16CB-6A55-826689CE2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B228B0-F3FA-F204-76B9-4D90484C7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1807D4-3030-3908-B84D-40E080BA8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DDC3CA6-19D5-ACF2-4155-F651F4E311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165057C-C870-9E06-F330-671B9C1D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FCF4-F7BA-4691-9504-0C1241198E1D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6CAAED-BAF3-E642-E005-65295B591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A27A772-2BAB-BDA1-D936-B2F1170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68959-FF8A-4C8D-8534-E3A3470BE50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27730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EB435-A77A-C574-AF23-B84DDD77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9D8C1A-213B-63DD-BBC0-C4C28D191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FCF4-F7BA-4691-9504-0C1241198E1D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7C6560D-8D8C-B502-17C6-C4DB5D0B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B3ADCFF-B480-2FC6-8DD4-3581BCD3F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68959-FF8A-4C8D-8534-E3A3470BE50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18820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87E1C72-2FFC-E422-C172-134C43F4A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FCF4-F7BA-4691-9504-0C1241198E1D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FECEE35-E643-13F9-8CBA-B6B9BEAE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7BEFD6-64DF-2A01-FB38-236BB51B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68959-FF8A-4C8D-8534-E3A3470BE50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0756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147ED-8442-8941-F68A-4788FF419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B28234-AFEB-6921-7C01-914CAE273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88ECEF-8E47-1C7C-944C-1A6EAEB09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3A20C4-9172-594F-CFB3-B69E9B3B1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FCF4-F7BA-4691-9504-0C1241198E1D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E9C1A2-C5F8-CD8D-7414-3BC631115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466746-1688-E834-DB12-DE44E404D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68959-FF8A-4C8D-8534-E3A3470BE50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8762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E774C5-5C19-ACA8-DC62-797FD67B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D7569AD-40A8-ED34-A725-56128C6A2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B1171F-035A-E47D-8710-68C814505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BD5A0A-6249-FF9C-CB5C-21478CB33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FCF4-F7BA-4691-9504-0C1241198E1D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11995B-7AC9-4625-EBD0-D297BB25E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4CE4B2-3F11-E193-333D-50101BD1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68959-FF8A-4C8D-8534-E3A3470BE50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93699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7D335-AB07-1A55-AB36-1F4A92B42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74010D-0604-11FE-DE28-8D5870E0F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6FBF57-DD2B-4D29-BBF9-D1F02BEAB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FCF4-F7BA-4691-9504-0C1241198E1D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67A1B3-E091-F1C2-207D-E09ADF8A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2A7D48-52B9-2728-4B6B-D0E7A6D70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68959-FF8A-4C8D-8534-E3A3470BE50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3002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2CF0C52-C06D-01EA-5A60-F33725F26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EA700B-0A42-296D-5AFF-A08212B19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CEE373-2651-486E-9987-3350D35C7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FCF4-F7BA-4691-9504-0C1241198E1D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E93925-D519-4C1E-682A-955BB43E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7E5D06-54F4-CE6F-6B7B-8F7D30173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68959-FF8A-4C8D-8534-E3A3470BE50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2635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46ED73-BC08-478E-2EEB-AE77AE74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64CFA7-1861-8124-5C97-7541518B3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D4A5F6-BB73-307D-A898-2630EBE30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6FCF4-F7BA-4691-9504-0C1241198E1D}" type="datetimeFigureOut">
              <a:rPr lang="es-GT" smtClean="0"/>
              <a:t>27/06/2026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A32CD2-E874-7E89-1593-4F68F8C99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397BB-AB87-A95A-A7D9-40627A352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68959-FF8A-4C8D-8534-E3A3470BE50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34570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B1771-716D-2F94-E0D7-91513FED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Clase 27 junio sábado dinámica estructural </a:t>
            </a:r>
          </a:p>
        </p:txBody>
      </p:sp>
    </p:spTree>
    <p:extLst>
      <p:ext uri="{BB962C8B-B14F-4D97-AF65-F5344CB8AC3E}">
        <p14:creationId xmlns:p14="http://schemas.microsoft.com/office/powerpoint/2010/main" val="23552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06C722B-0804-08E4-CF76-52B615A1A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74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74C9BF0-2F3C-0578-F7C0-B10639C5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121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GT" sz="8900" dirty="0"/>
              <a:t>Sistema por amortiguamiento crítico </a:t>
            </a:r>
            <a:br>
              <a:rPr lang="es-GT" dirty="0"/>
            </a:b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68663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AC650BF-44AB-61C8-354B-93A58F1E2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262" y="2376487"/>
            <a:ext cx="9515475" cy="2105025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5B6DA6D1-C786-1000-CCEB-16D775DB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22405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862DA16-BD7B-1B4A-5954-0254F8A54771}"/>
              </a:ext>
            </a:extLst>
          </p:cNvPr>
          <p:cNvSpPr txBox="1"/>
          <p:nvPr/>
        </p:nvSpPr>
        <p:spPr>
          <a:xfrm>
            <a:off x="3797300" y="2635250"/>
            <a:ext cx="52323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dirty="0"/>
              <a:t>SISTEMA SOBRE AMORTIGUADO, EJEMPLO: </a:t>
            </a:r>
          </a:p>
          <a:p>
            <a:r>
              <a:rPr lang="es-GT" dirty="0"/>
              <a:t>AMORTIGUAMIENTO DE 3, TARDA MAS DE UN MINUTO EN REGRESAR A SU FORMA ORIGINAL </a:t>
            </a:r>
            <a:br>
              <a:rPr lang="es-GT" dirty="0"/>
            </a:br>
            <a:br>
              <a:rPr lang="es-GT" dirty="0"/>
            </a:br>
            <a:r>
              <a:rPr lang="es-G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8284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7BC614-7608-3EE5-78D9-922AC321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GT" dirty="0"/>
              <a:t>TAREA PARA EL SIGUIENTE SABADO: QUE PASA CON ESTO, Y HALLAR EL A =? B=? ….RESOLVER ESAS CONDICIONES TAREA: </a:t>
            </a:r>
            <a:br>
              <a:rPr lang="es-GT" dirty="0"/>
            </a:b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A6EC775-09D7-A43A-5931-E7AA994FF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16" y="4005262"/>
            <a:ext cx="5757584" cy="174783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5F2AF14-DF72-2549-8BF4-ED1FAC746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12" y="1430337"/>
            <a:ext cx="780097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859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E1AE70-2FD9-B595-2DCC-CEBE01F0F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1177925"/>
            <a:ext cx="10515600" cy="2847975"/>
          </a:xfrm>
        </p:spPr>
        <p:txBody>
          <a:bodyPr>
            <a:normAutofit fontScale="90000"/>
          </a:bodyPr>
          <a:lstStyle/>
          <a:p>
            <a:r>
              <a:rPr lang="es-GT" dirty="0"/>
              <a:t>PARA EL EXAMEN ENTRA MAPLE, :</a:t>
            </a:r>
            <a:br>
              <a:rPr lang="es-GT" dirty="0"/>
            </a:br>
            <a:br>
              <a:rPr lang="es-GT" dirty="0"/>
            </a:br>
            <a:r>
              <a:rPr lang="es-GT" dirty="0"/>
              <a:t>MOSTRAR GRAFICA CON UN MODELO CON AMORTIGUAMIENTO CON TAL VARIABLE ETC </a:t>
            </a:r>
            <a:r>
              <a:rPr lang="es-GT" dirty="0" err="1"/>
              <a:t>ETC</a:t>
            </a:r>
            <a:br>
              <a:rPr lang="es-GT" dirty="0"/>
            </a:br>
            <a:br>
              <a:rPr lang="es-GT" dirty="0"/>
            </a:br>
            <a:r>
              <a:rPr lang="es-GT" dirty="0"/>
              <a:t>PROBLEMAS DE AMILCAR CHOPRA </a:t>
            </a:r>
            <a:br>
              <a:rPr lang="es-GT" dirty="0"/>
            </a:br>
            <a:r>
              <a:rPr lang="es-GT" dirty="0"/>
              <a:t>CAPITULO 4 Y 3</a:t>
            </a:r>
            <a:br>
              <a:rPr lang="es-GT" dirty="0"/>
            </a:br>
            <a:br>
              <a:rPr lang="es-GT" dirty="0"/>
            </a:br>
            <a:r>
              <a:rPr lang="es-GT" dirty="0"/>
              <a:t>METODO POR SUPERPOSICION SIGUIENTE TEMA, CAPITULO 4 DE ECUACIONES DIFERENCIALES DE ZILL</a:t>
            </a:r>
            <a:br>
              <a:rPr lang="es-GT" dirty="0"/>
            </a:br>
            <a:br>
              <a:rPr lang="es-GT" dirty="0"/>
            </a:b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124806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2B8CE-9187-0D08-6C95-A6095A516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GT"/>
              <a:t>SIGUIENTE SABADO RESOLVER UNAS CONDICIONES</a:t>
            </a:r>
            <a:br>
              <a:rPr lang="es-GT"/>
            </a:br>
            <a:br>
              <a:rPr lang="es-GT"/>
            </a:br>
            <a:r>
              <a:rPr lang="es-GT"/>
              <a:t>VA A PROGRAMAR CLASES QUE HAY UNA PENDIENTE </a:t>
            </a:r>
          </a:p>
        </p:txBody>
      </p:sp>
    </p:spTree>
    <p:extLst>
      <p:ext uri="{BB962C8B-B14F-4D97-AF65-F5344CB8AC3E}">
        <p14:creationId xmlns:p14="http://schemas.microsoft.com/office/powerpoint/2010/main" val="1487215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820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670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1737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585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778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1853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349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7381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124</Words>
  <Application>Microsoft Office PowerPoint</Application>
  <PresentationFormat>Panorámica</PresentationFormat>
  <Paragraphs>7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Office</vt:lpstr>
      <vt:lpstr>Clase 27 junio sábado dinámica estructural </vt:lpstr>
      <vt:lpstr>Presentación de PowerPoint</vt:lpstr>
      <vt:lpstr>Sistema por amortiguamiento crítico  </vt:lpstr>
      <vt:lpstr>Presentación de PowerPoint</vt:lpstr>
      <vt:lpstr>Presentación de PowerPoint</vt:lpstr>
      <vt:lpstr>TAREA PARA EL SIGUIENTE SABADO: QUE PASA CON ESTO, Y HALLAR EL A =? B=? ….RESOLVER ESAS CONDICIONES TAREA:  </vt:lpstr>
      <vt:lpstr>PARA EL EXAMEN ENTRA MAPLE, :  MOSTRAR GRAFICA CON UN MODELO CON AMORTIGUAMIENTO CON TAL VARIABLE ETC ETC  PROBLEMAS DE AMILCAR CHOPRA  CAPITULO 4 Y 3  METODO POR SUPERPOSICION SIGUIENTE TEMA, CAPITULO 4 DE ECUACIONES DIFERENCIALES DE ZILL  </vt:lpstr>
      <vt:lpstr>SIGUIENTE SABADO RESOLVER UNAS CONDICIONES  VA A PROGRAMAR CLASES QUE HAY UNA PENDIENTE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4</cp:revision>
  <dcterms:created xsi:type="dcterms:W3CDTF">2026-06-27T17:34:07Z</dcterms:created>
  <dcterms:modified xsi:type="dcterms:W3CDTF">2026-06-27T21:08:55Z</dcterms:modified>
</cp:coreProperties>
</file>