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655BE-D543-A871-32DE-1D18FED37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8BF55E-6101-6C47-C65D-6EF8E034F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083ABE-6C8C-0E9A-341B-D8BDAA93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57C0D0-918A-A0CD-4223-51E00553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429CB-8C64-C0B1-DE67-A56394F2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9742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9E719-C764-1026-5291-FAB8EA91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EE9D74-9FD6-3DBA-DC48-415EE1A8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0454FF-D1E5-5BD0-912A-6B6FD49DF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FD6DB-60E3-AC1D-7D05-267DC146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B7501-F505-CB20-A827-76527810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8381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6C8E2-1006-0248-C106-5B4FA1C9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244CF-C4C6-5D7C-972A-F67091D76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2262BD-75A1-7E30-0D12-FBD8AFC3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583B8-8026-9CAA-75E4-2F73AC32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76D61B-B346-4022-2A1C-7ACED32A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7284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8650F-6EF3-FE13-E646-7C8B4EE4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0BCA96-1EA4-D0BF-6606-3113052CB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627F34-3404-02F3-93F0-D068324EB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B006A9-2612-6C31-40F8-09898829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CA7D4F-1DCD-6E14-3ADB-A854B6906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83E5CC-3BEB-CBDD-7B9F-F041FAD0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8473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AE532-FF28-16FB-9295-58CC6842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F64C42-1BDA-C40B-8567-3586A2FCE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27F394-FA56-4E75-0013-F53710639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08834B-E116-FFBF-3B51-477FB87D0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9E5872-50EE-FF1B-7DC1-3B95F1C9A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83D363-E846-FCCD-C05A-95E5A76B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AB9F71-75DD-4F0A-DC1C-94F7AB1F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1FE954-7624-BB21-589D-FC3D9A13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5386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94A3-1EF4-64FB-16A2-70A027E2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88837A-B13A-1FC7-8C80-C81DAEF8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2A6BBA-D997-4273-2207-66E958E8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DEB9D-BBF4-373A-8E48-5C97FD76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2370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BC0E94-D3E0-4D76-CE04-7D07BFF8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5B0ACB-987D-F874-A15C-A2EFE50C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40BAC5-233C-9603-76D5-FA390E80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0228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6C9C4-0D57-5613-0296-175DA3DF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3CE131-0488-4EBA-9F81-BB0DA494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069956-68BB-05F9-1140-91FD19C24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6AC5D1-4E99-9B9B-6C29-97308AA0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DA8746-A988-4FD0-4FCC-2A8F4535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149573-01E3-6240-A7E5-67248D3C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4872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A7469-DE21-4BA2-88A9-9A5BEDA4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1E2FA6-A172-28F4-A8AB-D52524985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5A8429-ED4F-80D0-D343-53FDA4DCB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25364-14AE-2D85-8D75-CA3D8D19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4CF25B-9BA2-3742-5901-8CAFEEE3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E5FA05-59D5-30D9-C4DC-802227C0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6175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9F4BC-CA94-23A0-63E5-DAF6EE63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1B1501-4A61-AB34-6D7D-81371F610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7CEDBA-8830-D0A9-6BC4-96433AA7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C0B7D-6219-0B99-F85E-73BECA66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B7FAD7-469D-89E0-A917-C94326E7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905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FAD72-B4DA-80E4-4332-2A5E99176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3D9E97-0ED0-85CE-9194-FCCA2547E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0A881-86A9-3DEC-A937-56418F0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2AA22-54AF-5064-570B-03364A26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24DE8F-02A6-F34E-DEA8-3F248007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266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9278FB-34F8-1A96-92AF-56CA2A98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855E8A-AF68-D0BE-85A9-F8C60BBEF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298474-0BDF-4BC6-299A-9C89DD1CF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C91C8-CD25-4C04-A177-B0FA411FD114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08C09B-D44D-3ABF-7435-CCDBD844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A7DB25-8792-AB01-7005-24781A1F0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8A258-4131-43FC-BF82-5C33CED6B4F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2348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49070-7B02-263D-414E-5C3C0F3534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0917DC-BD9E-151E-1199-1DB767A5A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29492D-DCF8-E013-71ED-E7C533CE9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9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BA58F-4D18-5D69-99BC-C54AA71A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BDC8E-4C73-98D1-7934-209D75C25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A1CC39-7CEA-0085-3C92-9C8F5ED9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6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18858-FEF1-E9EF-AA5B-14BA1BAB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2C953-5652-B666-36BE-4D66687B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D235C1-7E6A-C204-C07F-2F23AF8B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4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46F19-F722-77CD-26CB-17FB57B8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Falla b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862517-F2C1-D5AF-FC73-A4FCCBBAC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8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4B34F-ACCE-5641-EC00-94235843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75D60D-650B-56EE-E1D2-2F489E2FC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73A1AF-25EE-CB51-7A59-8A28D8A0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1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C3608-3053-34AA-04A9-5505EE31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1B652-5942-7A2C-2611-37B4B7458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425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6FD6A-E15F-FE9B-4587-24B8F2AB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0CB55E-EF4B-6350-B793-816133C2C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071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67A45-A95B-98E7-9051-F9E33A74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23663A-CF70-DADF-3E42-F0334B3B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4546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B0DD6-D02E-80D7-5B21-4ADE98E1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54B16-F118-2DAA-A66A-65195D81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7233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EBBA7-700B-F47D-84EC-5240F27D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3AE73D-891C-5C31-402E-4FB1F2F6E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95697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6A0B8-EAFB-4967-45A8-2169D21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494011-8A43-81B6-7EF4-10C6B46D7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212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F6511-FDEC-6FC3-E43C-71F9F007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30C5DA-1471-2A18-ED62-7670B7BD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88876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</Words>
  <Application>Microsoft Office PowerPoint</Application>
  <PresentationFormat>Panorámica</PresentationFormat>
  <Paragraphs>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Falla 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2026-06-27T22:59:32Z</dcterms:created>
  <dcterms:modified xsi:type="dcterms:W3CDTF">2026-06-27T23:27:22Z</dcterms:modified>
</cp:coreProperties>
</file>