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D27D7-35D7-4CE0-CAB2-22C0902FA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17863E-2779-E0B5-5309-0BE54D67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0AB8F-7FFB-016E-4DF5-2DE20B12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63A58-B0DE-9C89-3B0E-F1F8894A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824A91-BCB4-0E05-0211-7E6E4F59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335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6E6E9-FFD3-61AE-5472-75ED2322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F11B0-3A20-0564-0FFB-44422AAB0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A49D30-A34E-DD12-0553-A311DD55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5845C-6C29-2E08-15FC-3314DB65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C2582-FF8A-D747-5850-1404611A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427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48E0C-21A0-11BC-24B0-51CFCC2B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4E7F06-2181-1F04-0E72-1CB4DBD43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92AC99-2ADA-636E-4555-AE9F40C6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FE4C-0E6C-2104-7E37-B5CC9AF5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067488-EA3A-2853-B3F2-049C65F1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6991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DF8AF-0D5F-3D29-BDCA-C8A972A7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E366B6-209C-25FF-9004-3BC18C0DB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E2AA0C-A7BA-F636-1A34-716DAD38C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0BCEF3-59B1-4636-3CEA-EF8149C2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0CB9BE-1922-FC7B-492E-460352B8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413209-7130-9EDC-E15A-3FB05BF2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6993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2E83-C9B6-2A9F-975D-777E3612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C8622B-EC94-C561-D5AB-609760231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FF43A9-7218-0337-C627-7ECE5A92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C9A111-A6DA-CD1F-6E6F-8534041DB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27C140-7B32-ADF2-6043-935E216F9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FFEB7B-41CE-BCDC-B26F-C6745AC9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963B37-1C8A-120C-CA83-F0BA2CBA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8DF457-84D4-3412-700F-AA262E5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5421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7AC34-243C-F33C-EFEB-3A5D9B60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EE56E7-DEE8-4E50-AC20-D837394E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5473E8-2713-F45A-954F-492058F4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74E3CC-B789-B1B0-28C4-B7D4D365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6996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0C77DD-50FE-D0B6-937D-CBEACC212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9254A6-BF99-EA28-9E4D-FDEFA7F5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E2703-A251-0DFF-3408-991D86D0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7756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A55A4-2813-21C2-9069-2249FA6F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5D28AD-89E0-6B6F-002C-EC0304F29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0CA305-1C32-F4F0-6BAC-FFA814A9E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84B09-5E19-B723-FF08-4FC5B5B9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E0E08F-318B-E45C-6E29-A6311B95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6E958C-693B-9FCE-2397-897265BB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1522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683E2-7AC3-3902-8CDA-81A4ABB7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E5AF48-0C25-19DC-754B-74F420423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C46D49-78C5-5CC9-6EF6-562B84C5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18BEE5-4A13-147B-44E6-8E3114E2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42F923-C9C4-D2F7-E27D-C602280B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45FFD6-BD56-672D-CF11-74CC3E94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22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DC82-B9FE-0AC0-F7B3-5F947E51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CC3B17-31EB-24EF-A5DF-047911461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B90219-52CF-1ACC-B761-8C2324F9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95BBE8-1848-27B4-EF82-3A8BF72C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D62AB-E1BB-55AA-E683-64877D78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032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487A11-B558-8CB6-0226-3A358E032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415124-6162-7B53-81E7-8012AE8B6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E5A7EA-9539-AD47-F891-6AD1466F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FC698-20A3-67DB-BC8B-C64C9CD7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E66417-366E-9066-D9C4-BBCD662B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1718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1170C9-7519-8258-53FA-CEEE3B3E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0D72F1-76C5-978B-0148-AC026FA82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E62F1E-4786-1F28-77D9-C513ED20E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666B6-0D01-4F3F-B4BD-5CF4B1F7914B}" type="datetimeFigureOut">
              <a:rPr lang="es-GT" smtClean="0"/>
              <a:t>25/02/2026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24C4CF-20E2-7C8D-84E1-279631566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5A74B6-3B07-BC82-8F0F-EBE416428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CC764-E66B-4451-9050-3F7FD5D6FCA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5648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50653-C6AC-7BB4-2392-573522A5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cambiar esquinas  </a:t>
            </a:r>
            <a:r>
              <a:rPr lang="es-GT" dirty="0" err="1"/>
              <a:t>chanfer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5E57DC-6FBA-94AF-C5D7-CD67DCBF6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87" y="2481130"/>
            <a:ext cx="4396710" cy="29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E2E29-87D7-7219-8EC4-FD29005C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Fillet</a:t>
            </a:r>
            <a:br>
              <a:rPr lang="es-ES" dirty="0"/>
            </a:b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5A7721-38A1-35B3-D050-0B12C96B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22" y="1939999"/>
            <a:ext cx="4579077" cy="297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4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4E54D-500C-199B-4C0B-28C2A001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WIDET, GROSOR DEL RECTANGULO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088032-0B8C-7514-EBC9-66F4D38A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103" y="2600209"/>
            <a:ext cx="318179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4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A0086-1287-D161-7C6F-C61B2DF1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AEBFDA-C410-D9C8-3CD4-8ECB1E1FA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301" y="365125"/>
            <a:ext cx="9318927" cy="60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8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131-ACBE-4033-3BE7-4029AF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7D79AE-6651-1F6C-C505-76248817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82" y="1733313"/>
            <a:ext cx="2581635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1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40089-05D9-A536-1786-3CFF7DAF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6221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775A5-5D90-2412-B7FA-2BAAA3D3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5372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211DE-BF0A-A28C-C933-E0B6A4A3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132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9C4FE-2E5A-9E73-1B3D-7BF2AF7B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4792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6151C-E154-2DBE-816D-32B578D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4827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</Words>
  <Application>Microsoft Office PowerPoint</Application>
  <PresentationFormat>Panorámica</PresentationFormat>
  <Paragraphs>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cambiar esquinas  chanfer</vt:lpstr>
      <vt:lpstr>Fillet </vt:lpstr>
      <vt:lpstr>WIDET, GROSOR DEL RECTANGULO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2</cp:revision>
  <dcterms:created xsi:type="dcterms:W3CDTF">2026-02-25T23:45:29Z</dcterms:created>
  <dcterms:modified xsi:type="dcterms:W3CDTF">2026-02-26T01:14:03Z</dcterms:modified>
</cp:coreProperties>
</file>