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8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7:19.24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2036 152,'4'1,"1"-1,0 1,0 0,-1 0,1 1,5 1,11 4,65 14,2-4,111 7,190-8,-306-14,306 5,1910-9,-1962-8,89-23,-395 29,-16 4,0-2,-1 0,1-1,-1 0,0-1,26-11,-40 15,0 0,-1 0,1 0,0 0,0 0,-1 0,1 0,0 0,0 0,-1-1,1 1,0 0,0 0,0 0,-1 0,1 0,0 0,0-1,0 1,-1 0,1 0,0 0,0-1,0 1,0 0,0 0,-1 0,1-1,0 1,0 0,0 0,0-1,0 1,0 0,0 0,0-1,0 1,0 0,0 0,0-1,0 1,0 0,0 0,0-1,0 1,0 0,1 0,-1 0,0-1,0 1,0 0,0 0,0 0,1-1,-1 1,0 0,0 0,0 0,0 0,1-1,-1 1,0 0,0 0,1 0,-1 0,0 0,-13-3,0 1,-1 1,1 0,-1 1,-15 2,-5-1,-2512-4,1517-27,-1550-27,2501 57,27 1,-66-8,101 2,23-2,32-4,49-2,109-2,-196 15,247-9,70 4,1217 101,-9 127,-1441-209,-56-7,-51-5,-568-6,204-1,-233 4,650 2,32 4,-7 1,180 21,114 22,370 64,191 28,3-33,-820-102,-117-8,-17-1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6.24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0 991,'270'-13,"-85"1,93 2,104 2,137 2,153-7,118-10,761-61,-3-70,-1043 80,-137 8,-239 40,148-49,-254 67,41-21,-61 28,0-1,0 0,0 1,0-1,-1 0,1 0,-1-1,1 1,-1-1,4-4,-6 6,0 1,0-1,1 0,-1 1,0-1,0 0,0 1,0-1,0 0,0 1,0-1,0 0,0 1,0-1,0 0,-1 1,1-1,0 1,0-1,0 0,-1 0,-18-14,-5 5,-1 0,0 2,-1 2,1 0,-28-3,-8-2,-184-33,-92-10,-1733-113,-31 160,1040 13,-53-6,1085 0,15-1,1 0,0 2,-1 0,1 0,0 1,-23 7,34-9,1 1,-1-1,0 1,1 0,-1 0,0 0,1 0,-1 0,1 0,0 1,-1-1,1 0,0 1,-2 1,3-2,-1 0,1 0,0 0,0-1,-1 1,1 0,0 0,0 0,0 0,0 0,0 0,0 0,0 0,0 0,0 0,1 0,-1 0,0 0,1 0,0 1,1 1,0 1,1-1,0 0,0 1,0-1,0-1,0 1,0 0,1-1,0 0,-1 0,5 2,40 17,0-3,55 14,209 49,4-14,456 37,654-67,-1349-39,-37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7.24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740 0,'-47'806,"3"-464,-21 56,-55 277,-197 1247,257-1428,18-53,-2 883,44-1281,0-26,0-1,1 0,5 29,-6-45,0 0,0 0,1 0,-1 0,0 0,0 0,0 0,0 0,0 0,0 0,0 0,0 0,0 0,0 0,0 0,0-1,0 1,1 0,-1 0,0 0,0 0,0 0,0 0,0 0,0 0,0 0,0 0,0 0,0 1,0-1,0 0,1 0,-1 0,0 0,0 0,0 0,0 0,0 0,0 0,0 0,0 0,0 0,0 0,0 0,0 0,0 0,0 0,0 0,0 1,0-1,0 0,1 0,-1 0,0 0,0 0,0 0,0 0,0 0,0 0,0 0,0 0,0 1,0-1,0 0,-1 0,1 0,0 0,5-14,39-247,-23 119,122-706,124-851,-220 1312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7.650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441 0,'7'24,"-2"0,-1 0,0 1,-1 25,0-11,25 1098,-29-863,-17 1223,-76 1,-178 802,188-1751,68-478,11-61,2-20,2-36,16-523,-11 312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8.11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0,'19'44,"-2"1,23 88,7 73,-2 81,-6 87,-11 110,-10 121,-8 105,-8 2558,-6-2418,5-394,6-67,9-69,-5-148,45 225,-35-313,-21-82,1 0,-1 0,1 0,-1-1,1 1,0 0,0 0,0 0,0-1,0 1,1 0,-1-1,0 1,1-1,1 2,4-10,-1-16,1-38,-1-97,-5 101,1-186,-2-11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8:28.36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0,'14'45,"16"62,14 57,-3 36,-6 24,-11 9,-8-13,-8-22,-5-27,-2-34,-3-35,1-31,-1-28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3:59:25.67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 1,'-5'0,"-14"0,-4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3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34,'2665'0,"-2291"-17,-329 9,-16-1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4.1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1 482,'0'0,"0"1,0-1,0 1,1 0,-1-1,0 1,0-1,1 1,-1-1,0 1,1-1,-1 0,1 1,-1-1,0 1,1-1,-1 0,1 1,-1-1,1 0,0 1,-1-1,1 0,-1 0,1 0,0 1,20 3,-20-4,37 4,37 0,-58-4,678-38,-636 32,997-131,-6-64,-558 98,-456 93,-16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5.1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7,'1137'179,"-2"-123,-611-67,-13-45,-470 50,0-2,73-25,-110 31,0 1,0-1,0 0,0 0,0-1,-1 1,1-1,0 0,-1 0,0 0,0 0,0 0,4-7,-6 8,0 0,0 0,-1-1,1 1,-1-1,1 1,-1 0,0-1,0 1,0-1,0 1,0-1,0 1,-1-1,0 1,1 0,-1-1,0 1,0 0,0 0,0-1,0 1,-3-3,-15-22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5.9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1 295,'15'-7,"0"1,1 1,0 1,0 0,21-3,87-2,-88 8,986-12,85-3,-470-37,-469 29,285-76,-311 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6.6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12,'0'-4,"9"-2,20 5,36 7,52 11,62 7,77 4,73-2,82-7,60-6,33-5,2-4,-42-7,-68-7,-89-7,-87-4,-81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7.4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61,'1'-1,"-1"1,1-1,0 0,0 0,0 1,0-1,0 0,0 1,0-1,0 1,0-1,0 1,0 0,0-1,0 1,0 0,0 0,0 0,0-1,0 1,1 1,-1-1,1 0,1 0,29-1,1 1,37 7,-38-4,640 38,4-24,-394-12,-121-1,589 2,-522-15,288-47,-282 7,-163 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8.3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0,'17'0,"29"0,41 0,45 0,45 0,49 0,39 5,19 0,5 1,-11-2,-5 0,-26-2,-38-1,-41-5,-49-2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4:19.02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0,'30'13,"0"-1,1-2,0-1,50 8,-3-1,568 119,10-43,347-49,-949-43,-1-2,0-2,0-2,54-14,-102 19,0 0,0-1,0 1,0-1,-1 0,1 0,-1-1,1 0,-1 1,0-1,0-1,7-6,-1-8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6:01.6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1 794,'7'-1,"0"0,1 0,-1 0,14-5,6-1,215-45,-16 8,73-16,66-12,532-107,800-165,-1576 322,-115 21,1 0,0 0,-1 1,1 0,0 0,11 2,-17-1,-1-1,1 0,0 0,0 0,-1 1,1-1,-1 0,1 1,0-1,-1 1,1-1,-1 1,1-1,-1 1,1-1,-1 1,1-1,-1 1,1 0,-1-1,0 1,0 0,1-1,-1 1,0 0,0-1,0 1,1 0,-1 0,0-1,0 1,0 0,0 0,-1-1,1 1,0 0,0-1,0 1,0 0,-1-1,1 1,0 0,-1-1,1 1,-1 0,-23 31,24-31,-40 39,-2-2,-1-1,-54 34,65-48,-67 43,-3-4,-2-4,-3-5,-147 50,-462 111,586-181,-172 19,77-32,-156 22,11 10,117-18,188-24,63-10,9-4,18-5,111-31,1 7,247-28,289 18,460 23,5 26,-744-2,-392-5,-1 1,1 0,-1 0,1 0,-1 0,1 0,0 0,-1 0,1 0,-1 1,1-1,-1 1,1-1,-1 1,1 0,0 0,-3 1,0-1,0 0,0 1,-1-1,1 0,0 1,-1-1,1 0,-1 0,0 0,1 0,-3 0,-31 20,-4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8:44.5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1516 454,'0'54,"10"68,-6-95,2 0,0-1,2 0,17 39,-1-6,-13-31,2 1,18 32,-25-53,-1 0,1 0,0 0,1-1,0 1,0-2,1 1,0-1,0 0,0-1,11 6,7-1,-1-1,1-2,1 0,-1-2,1-1,54 1,8-3,0-4,0-4,119-23,-65-1,176-62,-80 4,-193 68,-2-2,0-2,40-30,-75 48,0 0,-1-1,-1 0,1-1,-1 1,0-1,8-12,-13 16,0 1,-1-1,1 0,0 0,-1 0,0 0,0 0,0 0,-1 0,1 0,-1 0,0-1,0 1,-1 0,1 0,-1 0,0 0,0 0,0 0,-2-5,-2-1,-1 1,0 0,0 0,-1 0,0 0,-1 1,0 0,0 1,0 0,-1 0,0 1,-18-10,-35-17,-1 2,-1 2,-91-25,-137-30,-80 3,-4 16,-498-22,534 76,70 17,224-4,-1 2,1 1,1 3,-1 2,-50 18,84-24,1 1,0 1,0-1,0 2,1 0,0 0,0 1,-10 10,15-13,1 0,0 0,0 1,1-1,0 1,0 0,0 0,0 0,1 0,0 0,0 0,1 1,0-1,0 1,0-1,1 8,0-2,1-1,0 0,1 1,0-1,1 0,5 16,-5-21,0 0,0 0,0-1,0 1,1-1,0 0,0 0,1-1,-1 1,1-1,0 0,0 0,7 4,8 2,0 0,1-2,0 0,1-1,-1-2,1 0,29 3,-11-5,0-1,0-2,49-6,-76 5,-1 0,1-1,0-1,-1 0,0-1,0 0,0-1,16-9,-27 13,1 1,-1-1,0 0,0 0,0 0,0 1,0-1,0 0,0 0,0-1,0 1,0 0,-1 0,1 0,0 0,-1-1,1 1,-1 0,0-1,1-1,-1 2,-1 0,1 0,-1 0,0-1,1 2,-1-1,0 0,0 0,1 0,-1 0,0 0,0 1,0-1,0 0,0 1,0-1,0 1,0-1,-1 1,1-1,0 1,0 0,0-1,-3 1,-12-3,0 1,-1 1,1 0,0 1,-1 0,1 2,0 0,-1 0,-18 7,5 0,0 1,1 1,1 1,-29 18,33-16,0 2,1 0,1 2,-33 33,47-43,0 1,0 0,1 1,1 0,-1 0,1 0,1 1,0-1,1 1,0 1,0-1,1 0,-2 24,5-30,0 0,0 0,0 0,1 0,0 0,0 0,1 0,-1 0,1 0,0 0,1 0,-1-1,1 1,0-1,0 0,0 0,0 0,8 6,1 0,0-1,0-1,1 0,0-1,24 10,41 11,1-4,161 27,438 33,4-43,-610-37,-31-2,55 4,-86-4,1 0,0 0,-1 1,1 0,18 9,-28-11,1-1,0 1,-1 0,1 0,-1 0,0 0,1 0,-1 0,0 0,0 0,1 1,-1-1,0 0,0 1,0-1,0 1,-1-1,1 1,0-1,-1 1,1 0,-1-1,1 1,-1 0,0-1,0 1,0 0,0 0,0-1,0 1,0 0,-1-1,1 1,0 0,-1-1,0 1,1 0,-1-1,0 1,0-1,-1 3,-22 27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8:51.1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12260 1171,'-13'0,"0"0,-1-1,1-1,-15-3,-10-3,-400-76,5 1,-177-36,-174-33,-148-13,-102 4,-3655-223,4111 377,113 9,92 4,60 4,-575 91,687-62,189-35,16-2,33-1,-33-1,323 0,-29-1,86 1,88 3,1634 62,8 65,1262 10,-2786-136,-78-3,-88-2,-95-1,61-1,-361 3,-17-1,0 1,0 0,-1 1,1 0,0 1,0 0,11 5,-14 0,-14-2,-25 4,-221 20,225-27,-246 18,-111-3,-138-4,-145-4,-135-4,-110-3,-293-3,-1135 6,1753 3,168 3,-5 6,-369-6,531-13,212 2,-779 10,3 69,798-74,-14 1,-45 14,76-17,0 0,0 1,0 0,1 1,-1 0,1 0,1 1,-1 0,-11 11,16-11,0-1,0 1,0 0,1 0,0 0,0 0,-2 10,-9 16,13-31,0 0,1 0,-1 1,0-1,1 0,-1 1,1-1,-1 0,1 1,-1-1,1 0,0 1,0-1,0 0,0 1,0-1,0 1,0-1,0 1,1-1,-1 0,0 1,1-1,-1 0,1 1,0-1,-1 0,1 0,0 0,1 2,2 0,1 0,-1 0,1-1,-1 1,1-1,0 0,0-1,9 3,44 8,1-3,0-2,64-1,-82-4,319 11,184 5,194 15,158 20,907 79,14 1,0-39,-1220-78,-87-9,1089-13,-486-2,-1075 8,142 6,-143 1,-36-7,-1 0,0 0,1 0,-1 1,0-1,0 0,1 0,-1 0,0 0,0 0,1 0,-1 1,0-1,0 0,0 0,1 0,-1 1,0-1,0 0,0 0,0 0,1 1,-1-1,0 0,0 1,0-1,0 0,0 0,0 1,0-1,0 0,0 0,0 1,0-1,0 0,0 1,0-1,0 0,-20 13,-31 3,-1-1,0-3,-75 7,93-14,-320 36,-180-4,-215-10,-198-8,-144-8,-51-6,51-3,145-3,203-1,216 1,193-1,150 0,121-2,63 4,0 0,0 0,0 0,0 0,0-1,0 1,0 0,0 0,0 0,0 0,0 0,1 0,-1-1,0 1,0 0,0 0,0 0,0 0,0 0,0 0,-1-1,1 1,0 0,0 0,0 0,0 0,0 0,0 0,0 0,0-1,0 1,0 0,0 0,0 0,0 0,-1 0,1 0,0 0,0 0,0 0,0 0,0 0,0-1,0 1,0 0,-1 0,1 0,0 0,0 0,0 0,0 0,0 0,0 0,-1 0,1 0,0 0,31-7,428-49,23 27,864-6,6 36,-863 0,55 0,518 3,-601 25,-196-8,-264-21,17 2,-48-2,-333-17,-47-17,-187-14,-172-7,-124 6,-1668-30,-3 65,2077 16,126 0,-40 1,387-2,0-2,-26-3,40 4,0 0,-1 0,1 0,0 0,0 0,0 0,0 0,0 0,-1 0,1 0,0 0,0 0,0 0,0 0,0 0,0 0,-1 0,1 0,0 0,0 0,0-1,0 1,0 0,0 0,0 0,0 0,-1 0,1 0,0 0,0 0,0-1,0 1,0 0,0 0,0 0,0 0,0 0,0 0,0-1,0 1,0 0,0 0,0 0,0 0,0 0,0-1,0 1,0 0,0 0,0 0,0 0,0 0,0 0,0-1,0 1,1 0,-1 0,0 0,0 0,0 0,0 0,0 0,0 0,0 0,1-1,19-7,51-6,1 3,84-3,-138 12,286-15,102 4,100 4,88 4,3635 4,-1897 4,-245-3,-1972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18:52.33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1,'4'0,"2"0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4:26:33.9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1687 522,'18'-8,"0"1,21-6,-12 4,1146-304,-1149 308,450-102,-203 48,-365 66,-86 5,-104 0,-104-2,-163 0,-1172 38,1306-24,333-15,84-9,-1 0,1 0,0 0,-1 0,1 0,-1 0,1 0,0 0,-1 0,1 0,0 0,-1 0,1 0,0 1,-1-1,1 0,0 0,-1 0,1 1,0-1,0 0,-1 0,1 1,0-1,0 0,-1 1,1-1,0 0,0 1,14 7,38 9,2-3,67 9,-5-1,252 51,104 15,961 159,-648-114,-616-100,-137-20,-32-13,0 0,0 0,0 1,1-1,-1 0,0 0,0 1,0-1,0 0,0 0,1 1,-1-1,0 0,0 1,0-1,0 0,0 1,0-1,0 0,0 1,0-1,0 0,0 0,0 1,-1-1,1 0,0 1,0-1,0 0,0 0,0 1,-1-1,1 0,0 1,0-1,0 0,-1 0,1 0,0 1,0-1,-1 0,1 0,0 0,0 0,-1 0,1 1,0-1,-1 0,1 0,0 0,-1 0,1 0,-21 8,-1-2,1 0,-23 3,-125 21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11:55.0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1679 1190,'48'-2,"92"-16,-66 7,1100-87,-480 96,-39 2,-643-1,40-1,-50 2,1-1,-1 1,0-1,1 1,-1-1,0 0,1 0,-1 1,0-2,0 1,0 0,0 0,0-1,0 1,2-3,-4 4,0 0,1-1,-1 1,0-1,0 1,0-1,1 1,-1-1,0 1,0-1,0 1,0-1,0 1,0-1,0 1,0-1,0 1,0 0,0-1,0 1,0-1,-1 1,1-1,-14-15,-1 5,-1 1,-1 0,-25-10,-160-59,-135-31,-128-23,-2274-432,2428 523,-12 10,261 33,61-1,-1 0,1 0,-1 1,1-1,-1 0,1 1,0-1,-1 1,1-1,-1 1,1 0,-2 1,3-2,-1 1,1-1,0 0,0 1,-1-1,1 1,0-1,0 0,0 1,-1-1,1 1,0-1,0 1,0-1,0 1,0-1,0 0,0 1,0-1,0 1,0-1,0 1,0-1,0 1,1-1,-1 1,2 1,-1 1,1-1,0 0,-1 0,1 0,0 0,0 0,1 0,-1 0,0-1,5 3,16 6,1 0,0-2,1 0,43 6,-65-13,465 74,16-27,-371-38,1731 76,-1735-87,-65-4,-44 5,0 0,0 0,0 0,1 0,-1 0,0 0,0 0,0 0,0 0,0 0,0-1,0 1,0 0,0 0,0 0,0 0,0 0,1 0,-1-1,0 1,0 0,0 0,0 0,0 0,0 0,0-1,0 1,0 0,0 0,0 0,0 0,-1 0,1 0,0-1,0 1,0 0,0 0,0 0,0 0,0 0,0 0,0 0,0-1,0 1,-1 0,1 0,0 0,0 0,0 0,0 0,0 0,0 0,0 0,-1 0,1 0,0 0,0 0,0 0,0 0,0 0,-1 0,1 0,0 0,0 0,0 0,0 0,0 0,-1 0,-30-9,-327-48,47 27,-1705-15,1973 46,4-1,1 3,-49 8,85-11,-1 0,1 1,-1-1,1 1,-1-1,1 1,0 0,-1 0,1 0,0 1,0-1,0 0,0 1,0-1,0 1,0 0,-3 3,5-4,0 0,-1-1,1 1,0 0,0 0,0-1,0 1,0 0,0-1,1 1,-1 0,0 0,0-1,0 1,1 0,-1-1,0 1,1 0,-1-1,0 1,1-1,0 2,26 18,17 0,1-2,1-1,78 16,-120-32,250 57,1504 290,-1373-283,-316-54,-62-9,-13-2,-97-12,49 6,53 6,-570-44,540 46,25 2,22 3,37 4,0-3,71 3,-97-9,226 12,81-3,82 5,1021 61,-165-6,-1224-68,-31-1,0-1,0-1,0 0,0-1,19-4,-35 5,0 0,0-1,1 1,-1 0,0 0,0-1,0 1,0-1,0 1,0-1,0 1,0-1,0 1,-1-1,1 0,0 0,0 1,0-1,-1 0,1 0,-1 0,1 0,0 0,-1 0,1 0,-1 0,0 0,1 0,-1 0,0 0,0 0,0 0,0 0,1 0,-2-1,1 1,0 0,0 0,0 0,0 0,-1 0,1 0,-1-1,-9-21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22:30.46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1 224,'22'21,"2"-2,0 0,2-1,0-2,0 0,45 17,181 55,-229-81,292 82,523 75,346-76,-592-113,-8-39,-509 55,-22 2,0 2,0 3,0 2,105 13,193 42,-331-54,-58-9,-301-60,16 1,-108-22,-841-155,-3 41,940 160,-56 8,381 34,0 0,0 1,0 1,-20 3,30-4,0 0,0 0,0 0,-1 0,1 0,0 0,0 0,0 0,-1 0,1 0,0 1,0-1,0 0,-1 0,1 0,0 0,0 0,0 1,0-1,0 0,0 0,-1 0,1 1,0-1,0 0,0 0,0 0,0 1,0-1,0 0,0 0,0 0,0 1,0-1,0 0,0 0,0 1,0-1,0 0,0 0,0 0,0 1,0-1,0 0,0 0,1 0,-1 1,0-1,18 13,31 8,1-1,95 23,-104-32,220 57,650 138,10-22,-219-46,-497-97,-62-12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23:24.44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29,'9'0,"24"-5,25-1,38 0,37 1,32 2,28 1,11 1,-7 0,-32 1,-41 1,-35-1,-34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23:24.96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1,'10'0,"0"1,0 0,0 1,15 5,11 2,360 68,4-17,442 8,657-54,-766-40,-7-51,-592 54,-44 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25T05:23:25.51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71,'3682'0,"-3650"0,-12 0,1 0,-1-1,21-4,-39 5,1-1,0 1,-1-1,1 0,-1 0,1 0,-1 0,1 0,-1 0,0-1,1 1,-1-1,0 0,0 1,0-1,-1 0,1 0,0 0,-1-1,1 1,-1 0,0-1,1 1,-1 0,1-6,2-11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05E34-1EAD-10E1-BB0F-3E96FBC6C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16E7A8-A40A-7DE5-391E-1E2376244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8D079-9C03-65FC-EB06-9CE0A9E17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E79639-3EB7-755F-5D8B-4A8E9058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B3A6C9-16A9-25FE-C0B5-F35A4F50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1903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E5029-3EAC-BBB0-E01A-1C4B0081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5108B0-2716-CBC0-8576-995D80A12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CECD64-CA35-02BA-46B5-8D5A04698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07E6E-FA31-BE24-D3C5-DB2673ABE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98C4DE-FB5D-1F0F-0E17-AE436200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364406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6468CD-C992-1D27-9576-16387A337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8AC91A-CFA4-76FD-9257-31D151677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57D3D3-15FD-6AB0-4919-0F608B123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3165C4-BB13-7C05-3FF6-A6B39D12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25EAAC-6BF3-6931-D14A-277FA2F9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7680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1F509-0F3F-7CB9-7A85-D95CE23E2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52A2E8-2482-BA39-8CD4-233405106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33976C-9DD3-0EAA-2EEB-F0EE70973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C5C397-76A1-B9C4-B633-AD3E15A34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46493C-AD2A-1660-1F5F-2D03320AC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831BB8-AFA0-C827-4F30-36A5BB72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83211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356549-A7F7-012A-D363-7F24C7EC4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EA886C-476C-F10F-CFD0-891B2D7FD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B0EE02-B53E-7C59-B08B-02403E7EA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A6379AF-A706-1C5A-F50C-0101AB872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807A82F-3DD5-0C2B-741B-947D8C700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72E6EA-911C-17A7-6EFC-DE37B107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D428422-3166-864D-120F-5A1A2AE6A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0BE236-AE50-E681-79AE-642FD0D4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0050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70B71-4CD8-E75F-6312-C280AA5A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7B9B58-8BEA-2CF4-101F-6B569B8B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601947-0828-5B73-96A0-1C0F36F4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B863DF-A555-1BB7-DDC9-9BE5B835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92447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D2696C-F84A-8FAB-4326-4ECD98F9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8976C9-3F79-98D9-F290-B761763A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ABFF5D-198C-F942-2787-2C7CAE09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70438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E02D4-545F-E026-8BA7-2D7AD06E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1CC624-1589-562C-3455-3BD3300C6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8BD10D-61EC-48AF-3E54-317B927EB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71A646-C09C-E7CF-23F9-B0D8D373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51097A-FF0A-F0BA-AF5D-1233F1A9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F0886E-DB84-6E8E-B99F-A83BFA2E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7320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2C39E-1FBA-187C-7AC2-76F42CD47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CB8C26-74BC-B293-6E7B-C3CF74158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C6F7AB-9B78-5D06-6BFD-7B93C2962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81C715-5B6E-C0D1-08BC-29E9C7408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F4AEC2-E74D-C11B-1612-A6785D7F0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CA47BC-FC7B-8CAE-C2BB-50167A2F6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95312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D681B-1BBA-1F24-FD10-E362245A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B3545F-2624-CF9C-4D39-BA74D5BD7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5AB531-D056-ED62-DF0A-E4AC0D9C7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412CFF-5130-66FC-0883-56C74C0F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854D3F-E578-4722-8FE8-84EC229BF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8031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E940C-40FE-F4F8-F9B3-25D318F03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9F1236-6DDF-5968-B903-13290E0D86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860044-28A8-26EC-A3CA-7EF4F0FF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32363-193E-4F08-A9FA-33CF669C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B9B522-E4F1-0A4C-A08A-61B80CBC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402839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5A7CC16-B018-938C-20C1-2F37C1E0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92D1B-771F-9D5D-DF75-061EF6B7B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D45DDA-F6E6-75EF-B042-EAA309622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7C41E-2A07-4BD7-8961-C9AD9E59081F}" type="datetimeFigureOut">
              <a:rPr lang="es-GT" smtClean="0"/>
              <a:t>25/03/2026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1FBAA-B0DF-2CF8-49D8-C1EA5077C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602ADB-51C6-F6E0-B10D-1012814C1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334DA-8612-4087-899B-11B6A55ADF45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0338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13.xml"/><Relationship Id="rId18" Type="http://schemas.openxmlformats.org/officeDocument/2006/relationships/image" Target="../media/image21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12" Type="http://schemas.openxmlformats.org/officeDocument/2006/relationships/image" Target="../media/image18.png"/><Relationship Id="rId17" Type="http://schemas.openxmlformats.org/officeDocument/2006/relationships/customXml" Target="../ink/ink15.xml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11.xml"/><Relationship Id="rId1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customXml" Target="../ink/ink18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customXml" Target="../ink/ink24.xml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21EB1-4C5B-9E51-A3F4-6B38A193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ATRIBUTOS PARA BLOQUES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7763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5C2D6-B519-988A-FAB2-15AF88A6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323068-7F9A-CCEB-C76F-23A81D659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83" y="365125"/>
            <a:ext cx="2505425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5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3D8CD-5510-41E3-0ABD-336AC8A86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9B32F4-33A3-5B98-B1DA-CB2CE98E9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28" y="2000050"/>
            <a:ext cx="4248743" cy="28578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0BCF62A-E383-EC3C-29FB-5F2851999718}"/>
                  </a:ext>
                </a:extLst>
              </p14:cNvPr>
              <p14:cNvContentPartPr/>
              <p14:nvPr/>
            </p14:nvContentPartPr>
            <p14:xfrm>
              <a:off x="4417288" y="3807713"/>
              <a:ext cx="2357640" cy="2840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0BCF62A-E383-EC3C-29FB-5F28519997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5648" y="3664073"/>
                <a:ext cx="2501280" cy="57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881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B508A-1A67-FC29-B025-F941D8EFF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767C73-AC38-7C80-CD41-849C71086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331" y="0"/>
            <a:ext cx="4585338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4223BAE8-6D7B-C584-7841-FD1C70C4F4CD}"/>
                  </a:ext>
                </a:extLst>
              </p14:cNvPr>
              <p14:cNvContentPartPr/>
              <p14:nvPr/>
            </p14:nvContentPartPr>
            <p14:xfrm>
              <a:off x="6885448" y="986393"/>
              <a:ext cx="2734560" cy="3571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4223BAE8-6D7B-C584-7841-FD1C70C4F4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13448" y="842753"/>
                <a:ext cx="2878200" cy="64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825BCD3A-A86C-39F4-8183-9314DF16F1E9}"/>
                  </a:ext>
                </a:extLst>
              </p14:cNvPr>
              <p14:cNvContentPartPr/>
              <p14:nvPr/>
            </p14:nvContentPartPr>
            <p14:xfrm>
              <a:off x="5229448" y="3573353"/>
              <a:ext cx="266400" cy="235512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825BCD3A-A86C-39F4-8183-9314DF16F1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7808" y="3429353"/>
                <a:ext cx="410040" cy="264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C0EB90F7-0CE8-C1C9-7B9A-E3A0ED1D3291}"/>
                  </a:ext>
                </a:extLst>
              </p14:cNvPr>
              <p14:cNvContentPartPr/>
              <p14:nvPr/>
            </p14:nvContentPartPr>
            <p14:xfrm>
              <a:off x="5392888" y="3862433"/>
              <a:ext cx="178200" cy="270828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C0EB90F7-0CE8-C1C9-7B9A-E3A0ED1D329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21248" y="3718433"/>
                <a:ext cx="321840" cy="29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94D5FAAD-AB5A-ECE6-231A-4DFA760A63A4}"/>
                  </a:ext>
                </a:extLst>
              </p14:cNvPr>
              <p14:cNvContentPartPr/>
              <p14:nvPr/>
            </p14:nvContentPartPr>
            <p14:xfrm>
              <a:off x="5122168" y="3246774"/>
              <a:ext cx="151200" cy="318744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94D5FAAD-AB5A-ECE6-231A-4DFA760A63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0528" y="3102774"/>
                <a:ext cx="294840" cy="347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D729FFD9-025B-2AC4-7671-59336C641401}"/>
                  </a:ext>
                </a:extLst>
              </p14:cNvPr>
              <p14:cNvContentPartPr/>
              <p14:nvPr/>
            </p14:nvContentPartPr>
            <p14:xfrm>
              <a:off x="5355448" y="3918534"/>
              <a:ext cx="77760" cy="68940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D729FFD9-025B-2AC4-7671-59336C64140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83448" y="3774534"/>
                <a:ext cx="221400" cy="97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9671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76AF7-E8C1-84C8-DC8C-15334FF8D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COMANDO LTS para escala </a:t>
            </a:r>
            <a:endParaRPr lang="es-G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91114752-02E2-CE27-AEF4-88619B46BDF6}"/>
                  </a:ext>
                </a:extLst>
              </p14:cNvPr>
              <p14:cNvContentPartPr/>
              <p14:nvPr/>
            </p14:nvContentPartPr>
            <p14:xfrm>
              <a:off x="8072368" y="1063073"/>
              <a:ext cx="17280" cy="3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91114752-02E2-CE27-AEF4-88619B46BD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00728" y="919433"/>
                <a:ext cx="160920" cy="28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n 4">
            <a:extLst>
              <a:ext uri="{FF2B5EF4-FFF2-40B4-BE49-F238E27FC236}">
                <a16:creationId xmlns:a16="http://schemas.microsoft.com/office/drawing/2014/main" id="{E3DF6209-516C-3E60-11DC-E84074F1F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238" y="1690688"/>
            <a:ext cx="5761058" cy="39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85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DF2F6A-555E-7AEA-07F4-3272E6807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comando de atributo ATT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945743-7C16-90F5-95D8-E4BAF0E5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184" y="1589394"/>
            <a:ext cx="7515910" cy="41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1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6EBF6-A471-D58E-B7DD-EDCCC48F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8B60DA-9AFE-FBD7-4B30-5DD729A87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429" y="1183071"/>
            <a:ext cx="6277851" cy="5182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CF68A56A-DF8D-B74B-2A8A-4352B51A8C56}"/>
                  </a:ext>
                </a:extLst>
              </p14:cNvPr>
              <p14:cNvContentPartPr/>
              <p14:nvPr/>
            </p14:nvContentPartPr>
            <p14:xfrm>
              <a:off x="6708328" y="4335833"/>
              <a:ext cx="1121040" cy="1260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CF68A56A-DF8D-B74B-2A8A-4352B51A8C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4328" y="4227833"/>
                <a:ext cx="122868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E073AFED-FD6E-5562-BABE-DDC2E2CFEFCB}"/>
                  </a:ext>
                </a:extLst>
              </p14:cNvPr>
              <p14:cNvContentPartPr/>
              <p14:nvPr/>
            </p14:nvContentPartPr>
            <p14:xfrm>
              <a:off x="6652168" y="4659833"/>
              <a:ext cx="1285920" cy="1818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E073AFED-FD6E-5562-BABE-DDC2E2CFEF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98528" y="4552193"/>
                <a:ext cx="139356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26E8836-CD34-F0A5-983A-DD43CBFFF30F}"/>
                  </a:ext>
                </a:extLst>
              </p14:cNvPr>
              <p14:cNvContentPartPr/>
              <p14:nvPr/>
            </p14:nvContentPartPr>
            <p14:xfrm>
              <a:off x="3293368" y="4018673"/>
              <a:ext cx="1282680" cy="8748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26E8836-CD34-F0A5-983A-DD43CBFFF3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39368" y="3910673"/>
                <a:ext cx="13903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D878B3B-FD5A-F563-D404-FABEF2782BF5}"/>
                  </a:ext>
                </a:extLst>
              </p14:cNvPr>
              <p14:cNvContentPartPr/>
              <p14:nvPr/>
            </p14:nvContentPartPr>
            <p14:xfrm>
              <a:off x="3414328" y="3093833"/>
              <a:ext cx="1369800" cy="106200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D878B3B-FD5A-F563-D404-FABEF2782B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60688" y="2986193"/>
                <a:ext cx="14774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3753447E-958A-483F-EEF9-C1DCEED4F2AB}"/>
                  </a:ext>
                </a:extLst>
              </p14:cNvPr>
              <p14:cNvContentPartPr/>
              <p14:nvPr/>
            </p14:nvContentPartPr>
            <p14:xfrm>
              <a:off x="6092368" y="2019953"/>
              <a:ext cx="1585080" cy="5256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3753447E-958A-483F-EEF9-C1DCEED4F2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38728" y="1912313"/>
                <a:ext cx="16927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6757C197-C586-CAF9-E1BF-7081581DB785}"/>
                  </a:ext>
                </a:extLst>
              </p14:cNvPr>
              <p14:cNvContentPartPr/>
              <p14:nvPr/>
            </p14:nvContentPartPr>
            <p14:xfrm>
              <a:off x="6381448" y="2422433"/>
              <a:ext cx="1362960" cy="4824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6757C197-C586-CAF9-E1BF-7081581DB78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327808" y="2314793"/>
                <a:ext cx="147060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6C66B135-6F98-BE8E-63CA-C4C178854DAA}"/>
                  </a:ext>
                </a:extLst>
              </p14:cNvPr>
              <p14:cNvContentPartPr/>
              <p14:nvPr/>
            </p14:nvContentPartPr>
            <p14:xfrm>
              <a:off x="7034848" y="3498833"/>
              <a:ext cx="1014480" cy="9720"/>
            </p14:xfrm>
          </p:contentPart>
        </mc:Choice>
        <mc:Fallback xmlns=""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6C66B135-6F98-BE8E-63CA-C4C178854DA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81208" y="3390833"/>
                <a:ext cx="112212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A09F52DE-48E1-1AE4-5A53-816D45A74F60}"/>
                  </a:ext>
                </a:extLst>
              </p14:cNvPr>
              <p14:cNvContentPartPr/>
              <p14:nvPr/>
            </p14:nvContentPartPr>
            <p14:xfrm>
              <a:off x="6988048" y="3769553"/>
              <a:ext cx="1073880" cy="125280"/>
            </p14:xfrm>
          </p:contentPart>
        </mc:Choice>
        <mc:Fallback xmlns=""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A09F52DE-48E1-1AE4-5A53-816D45A74F6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34408" y="3661553"/>
                <a:ext cx="1181520" cy="34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667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42845-29AE-91FF-7CD5-0F9D57AD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FB3CB5-A6CE-BF9C-992D-0F0B3CC77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27" y="899759"/>
            <a:ext cx="5877745" cy="50584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BCDD519-D625-B289-7A4A-46FF9675FE4F}"/>
                  </a:ext>
                </a:extLst>
              </p14:cNvPr>
              <p14:cNvContentPartPr/>
              <p14:nvPr/>
            </p14:nvContentPartPr>
            <p14:xfrm>
              <a:off x="6922888" y="3763793"/>
              <a:ext cx="1677600" cy="38592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BCDD519-D625-B289-7A4A-46FF9675FE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9248" y="3656153"/>
                <a:ext cx="1785240" cy="6015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4B9CED33-8796-C620-460D-89A64B584B28}"/>
              </a:ext>
            </a:extLst>
          </p:cNvPr>
          <p:cNvSpPr txBox="1"/>
          <p:nvPr/>
        </p:nvSpPr>
        <p:spPr>
          <a:xfrm>
            <a:off x="8416212" y="3900196"/>
            <a:ext cx="167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Depende el tamaño del circulo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534482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EBDF3-1D30-C28C-6FE0-2BE666EB2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CREAMOS UN BLOQUE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389960-CD08-17C2-0BFD-FC4932618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159" y="1452613"/>
            <a:ext cx="7687748" cy="482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56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14C04-7DC5-BE16-78F7-790A01D76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EF0E2FB-AECB-D99B-776C-1F19A7096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69" y="552048"/>
            <a:ext cx="6716062" cy="5753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9B28F4B-1182-C99D-E9ED-5826050322C4}"/>
                  </a:ext>
                </a:extLst>
              </p14:cNvPr>
              <p14:cNvContentPartPr/>
              <p14:nvPr/>
            </p14:nvContentPartPr>
            <p14:xfrm>
              <a:off x="4520608" y="3895193"/>
              <a:ext cx="1247400" cy="4539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9B28F4B-1182-C99D-E9ED-5826050322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8968" y="3751553"/>
                <a:ext cx="1391040" cy="74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3039A31-0582-1CF4-B8CE-32D5195C18A3}"/>
                  </a:ext>
                </a:extLst>
              </p14:cNvPr>
              <p14:cNvContentPartPr/>
              <p14:nvPr/>
            </p14:nvContentPartPr>
            <p14:xfrm>
              <a:off x="858328" y="3599633"/>
              <a:ext cx="4484160" cy="63936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3039A31-0582-1CF4-B8CE-32D5195C18A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6688" y="3455633"/>
                <a:ext cx="4627800" cy="9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20C1DAC9-DFB1-5F7A-0269-40A855AAA6CC}"/>
                  </a:ext>
                </a:extLst>
              </p14:cNvPr>
              <p14:cNvContentPartPr/>
              <p14:nvPr/>
            </p14:nvContentPartPr>
            <p14:xfrm>
              <a:off x="1949488" y="1082153"/>
              <a:ext cx="3960" cy="36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20C1DAC9-DFB1-5F7A-0269-40A855AAA6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77848" y="938513"/>
                <a:ext cx="1476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EA265BBB-5087-F769-BF03-627BC72CB0A6}"/>
              </a:ext>
            </a:extLst>
          </p:cNvPr>
          <p:cNvSpPr txBox="1"/>
          <p:nvPr/>
        </p:nvSpPr>
        <p:spPr>
          <a:xfrm>
            <a:off x="765995" y="3611482"/>
            <a:ext cx="1615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ACA EL PIK POINT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88230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F1FA9-9F2D-5842-62CC-686EA7F7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ASI QUEDA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7E4A57-EEE3-4A05-193F-072F6EB5E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443" y="1529657"/>
            <a:ext cx="7259063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4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0F434-A122-4E5E-7084-2E6DA722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 LLAMAMOS COMO EJE A, nada mas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42A1E8-FE0F-7B01-7F36-F88BBAFA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183" y="1567542"/>
            <a:ext cx="4416318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75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58B4A-6AC4-F0B3-99D7-9BA65122D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lo </a:t>
            </a:r>
            <a:r>
              <a:rPr lang="es-MX" dirty="0" err="1"/>
              <a:t>rotamso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5BF0A57-E018-A9B4-C746-B3C4BA498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257" y="1758044"/>
            <a:ext cx="8497486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82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16E11C-527C-D675-11A2-131A53FFC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977185A-105D-EB59-B238-433DD75B1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91" y="1150118"/>
            <a:ext cx="5877745" cy="480281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601BEE8-6327-DDC6-BAFF-33A6D9AE0BC9}"/>
              </a:ext>
            </a:extLst>
          </p:cNvPr>
          <p:cNvSpPr txBox="1"/>
          <p:nvPr/>
        </p:nvSpPr>
        <p:spPr>
          <a:xfrm>
            <a:off x="7380514" y="2174033"/>
            <a:ext cx="3573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Al darle doble </a:t>
            </a:r>
            <a:r>
              <a:rPr lang="es-MX" dirty="0" err="1"/>
              <a:t>click</a:t>
            </a:r>
            <a:r>
              <a:rPr lang="es-MX" dirty="0"/>
              <a:t> aparece la propiedad del atributo no del editor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346121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2A6BD-463F-FA6E-F0D5-6BE8FFA1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cambia el texto a 1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7B5702-F042-4A87-1CD7-BAC7E2A3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359" y="1886779"/>
            <a:ext cx="6974547" cy="41754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4728F6F-0042-90C4-B78C-30E4CF5F77ED}"/>
                  </a:ext>
                </a:extLst>
              </p14:cNvPr>
              <p14:cNvContentPartPr/>
              <p14:nvPr/>
            </p14:nvContentPartPr>
            <p14:xfrm>
              <a:off x="2004928" y="5083553"/>
              <a:ext cx="1343160" cy="3171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4728F6F-0042-90C4-B78C-30E4CF5F77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1288" y="4975913"/>
                <a:ext cx="1450800" cy="5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723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72FAF-F528-0182-F479-1582273D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cambia a 1</a:t>
            </a:r>
            <a:endParaRPr lang="es-GT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52F4EA-ACF3-EE04-3B27-C9FBA3F61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853" y="2097207"/>
            <a:ext cx="6247615" cy="357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7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A7290-9B6E-1F51-E6D0-66772F7B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Click</a:t>
            </a:r>
            <a:r>
              <a:rPr lang="es-MX" dirty="0"/>
              <a:t> derecho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1A9050-6815-4793-A4E5-CF12943C2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677" y="1281633"/>
            <a:ext cx="5489190" cy="513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58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00FF6-CC5F-F1A4-89AA-A89F67F9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Esto aparece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3A384A6-9706-C157-6169-C96F20B26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225" y="1396394"/>
            <a:ext cx="8368661" cy="486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743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439476-7488-A79B-B20F-4FFE2545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hacemos eso de </a:t>
            </a:r>
            <a:r>
              <a:rPr lang="es-MX" dirty="0" err="1"/>
              <a:t>strech</a:t>
            </a:r>
            <a:r>
              <a:rPr lang="es-MX" dirty="0"/>
              <a:t> para convertirlo a </a:t>
            </a:r>
            <a:r>
              <a:rPr lang="es-MX" dirty="0" err="1"/>
              <a:t>dinamico</a:t>
            </a:r>
            <a:r>
              <a:rPr lang="es-MX" dirty="0"/>
              <a:t>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C09D2E-38C9-38DD-6677-78CDE33A3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32" y="2015412"/>
            <a:ext cx="6156545" cy="433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542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E15AA-5731-106A-4143-45EA1455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si ya se puede alargar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CD8D37-806E-15B1-F91D-B6F94B98A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835" y="1317418"/>
            <a:ext cx="2553056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52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45852-4192-B2CE-3E0F-9982D0B2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Ambos se pueden mover, por lo del </a:t>
            </a:r>
            <a:r>
              <a:rPr lang="es-MX" dirty="0" err="1"/>
              <a:t>bloq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3F2131-04A7-E98B-1B64-B2F431F5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059233"/>
            <a:ext cx="10755226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459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437F5-8CCA-EED5-0602-828E57D5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119" y="2548488"/>
            <a:ext cx="10515600" cy="1325563"/>
          </a:xfrm>
        </p:spPr>
        <p:txBody>
          <a:bodyPr/>
          <a:lstStyle/>
          <a:p>
            <a:r>
              <a:rPr lang="es-MX" dirty="0"/>
              <a:t>AHOTA TITULOS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081106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61EA6-B277-1735-E1A8-10749A2A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Hacer atributos primero ATT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65EF8F0-D2CA-258F-D1AC-DFF8C51D3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69" y="1387952"/>
            <a:ext cx="5841654" cy="420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1C1D2-3532-B7CF-585B-CA89F43D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Definimos manualmente donde queremos el titulo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70C2DD-10EB-BF75-CB5A-793CE1047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26" y="1709497"/>
            <a:ext cx="6315956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973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87E18D-C2CC-69F2-04CA-29282CE09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subtitulo, estos son los siguientes datos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A8769E-986D-4493-53DD-1B0443FBA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90" y="999786"/>
            <a:ext cx="6049219" cy="48584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45C8436-E8FF-E5BA-DB74-68215175ED19}"/>
                  </a:ext>
                </a:extLst>
              </p14:cNvPr>
              <p14:cNvContentPartPr/>
              <p14:nvPr/>
            </p14:nvContentPartPr>
            <p14:xfrm>
              <a:off x="6197488" y="3826073"/>
              <a:ext cx="2326680" cy="42876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45C8436-E8FF-E5BA-DB74-68215175ED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3488" y="3718073"/>
                <a:ext cx="2434320" cy="6444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4CB93238-57E2-7EF8-6AEF-87C238B6BBF2}"/>
              </a:ext>
            </a:extLst>
          </p:cNvPr>
          <p:cNvSpPr txBox="1"/>
          <p:nvPr/>
        </p:nvSpPr>
        <p:spPr>
          <a:xfrm>
            <a:off x="3946849" y="4105469"/>
            <a:ext cx="1654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Cambia el tamaño 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1520787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F5061-47AE-DE55-EDAD-B57DDBD2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Asi queda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9974940-30A5-0FDA-5FD6-1B6FC4F15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22" y="1924233"/>
            <a:ext cx="5902604" cy="373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03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D41233-60BC-D75C-F694-FA4855F6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Otro atributo ESCALA, att </a:t>
            </a:r>
            <a:r>
              <a:rPr lang="es-MX" dirty="0" err="1"/>
              <a:t>primeto</a:t>
            </a:r>
            <a:r>
              <a:rPr lang="es-MX" dirty="0"/>
              <a:t>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4008B3-10F9-A9B9-3377-36BF65455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901" y="1361722"/>
            <a:ext cx="6134956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784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886EC-7EDB-9091-14E5-36A35B4C9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Acomodar en base al cursor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11F072-9DEE-C8B2-F188-F8ECE76D2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550" y="2333472"/>
            <a:ext cx="4474144" cy="322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32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CB784-BFA0-88B7-598B-271A55D29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Ahora convertimos todo en bloque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CCF0F7-9307-CF75-C430-94223FB7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1661866"/>
            <a:ext cx="12155596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2074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C283B-7880-93B7-6C66-9C002729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ACA EL PUTNO BASE </a:t>
            </a:r>
            <a:endParaRPr lang="es-GT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BC2303-85B0-476D-AE7E-01B131657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407" y="2610912"/>
            <a:ext cx="3810532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32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8770B-64BB-44FE-63C7-0C82B285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EFAE30-17EA-A6A3-C2E8-A9F9C926E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77" y="1173086"/>
            <a:ext cx="8012115" cy="48731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BAE304D-BB74-5F83-4560-CFF0BD75571F}"/>
                  </a:ext>
                </a:extLst>
              </p14:cNvPr>
              <p14:cNvContentPartPr/>
              <p14:nvPr/>
            </p14:nvContentPartPr>
            <p14:xfrm>
              <a:off x="1968568" y="1701353"/>
              <a:ext cx="1736640" cy="2890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BAE304D-BB74-5F83-4560-CFF0BD7557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6928" y="1557353"/>
                <a:ext cx="1880280" cy="57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81931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37613-1DE5-4FE3-F243-7575E72D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45764E-D40F-22FC-3DEC-3CDB226E2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1618" y="0"/>
            <a:ext cx="5408763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C704509-F703-E2B7-D138-1E19A73854D2}"/>
                  </a:ext>
                </a:extLst>
              </p14:cNvPr>
              <p14:cNvContentPartPr/>
              <p14:nvPr/>
            </p14:nvContentPartPr>
            <p14:xfrm>
              <a:off x="5560648" y="848153"/>
              <a:ext cx="547920" cy="104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C704509-F703-E2B7-D138-1E19A73854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9008" y="704153"/>
                <a:ext cx="69156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A87372D-BC17-110C-F9B5-84763006CC95}"/>
                  </a:ext>
                </a:extLst>
              </p14:cNvPr>
              <p14:cNvContentPartPr/>
              <p14:nvPr/>
            </p14:nvContentPartPr>
            <p14:xfrm>
              <a:off x="5346088" y="1072433"/>
              <a:ext cx="1771920" cy="8640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A87372D-BC17-110C-F9B5-84763006CC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74448" y="928793"/>
                <a:ext cx="19155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715D84C-0539-38DB-4B19-0B53B864DBF8}"/>
                  </a:ext>
                </a:extLst>
              </p14:cNvPr>
              <p14:cNvContentPartPr/>
              <p14:nvPr/>
            </p14:nvContentPartPr>
            <p14:xfrm>
              <a:off x="5299288" y="1392833"/>
              <a:ext cx="1394640" cy="25920"/>
            </p14:xfrm>
          </p:contentPart>
        </mc:Choice>
        <mc:Fallback xmlns=""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715D84C-0539-38DB-4B19-0B53B864DB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27648" y="1248833"/>
                <a:ext cx="1538280" cy="31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0767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F362F-3107-DFBB-345B-770030BE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2110" y="2090673"/>
            <a:ext cx="5963816" cy="2676654"/>
          </a:xfrm>
        </p:spPr>
        <p:txBody>
          <a:bodyPr>
            <a:normAutofit/>
          </a:bodyPr>
          <a:lstStyle/>
          <a:p>
            <a:r>
              <a:rPr lang="es-GT" sz="8800" b="1" dirty="0"/>
              <a:t>MULTILINEA </a:t>
            </a:r>
          </a:p>
        </p:txBody>
      </p:sp>
    </p:spTree>
    <p:extLst>
      <p:ext uri="{BB962C8B-B14F-4D97-AF65-F5344CB8AC3E}">
        <p14:creationId xmlns:p14="http://schemas.microsoft.com/office/powerpoint/2010/main" val="2327679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DD69D-8722-5C8A-8ED4-1665FB0D7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069" y="261380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GT" dirty="0"/>
              <a:t>ATT – ATRIBUTOS/BLOQUES</a:t>
            </a:r>
            <a:br>
              <a:rPr lang="es-GT" dirty="0"/>
            </a:br>
            <a:br>
              <a:rPr lang="es-GT" dirty="0"/>
            </a:br>
            <a:r>
              <a:rPr lang="es-GT" dirty="0"/>
              <a:t>ML – MULTILINEA </a:t>
            </a:r>
          </a:p>
        </p:txBody>
      </p:sp>
    </p:spTree>
    <p:extLst>
      <p:ext uri="{BB962C8B-B14F-4D97-AF65-F5344CB8AC3E}">
        <p14:creationId xmlns:p14="http://schemas.microsoft.com/office/powerpoint/2010/main" val="533926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7FCA5-1447-48E6-13D2-3ED03FAB8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1106796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42722-AD21-13C2-A97F-6986ECA3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7231156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9B63D-8219-F0A4-B8A9-C8F30D24D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646856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C332C-FF6B-4911-167E-B07396D83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0214059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5DAAC-A460-5002-DB72-A34016FF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470650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1DFE5-9E84-BFD6-9C05-AA0D3246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9838305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24FC8-A0F5-CBF1-8806-93B88313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3831384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D94E6-4A45-B245-9EBF-3B4B86B9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2597057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E8474-EE8C-4707-CAE9-3E3782B8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3563290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0DC10-698E-61C1-C8B7-5C2FA728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63516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4BB7-2735-C903-67A2-61224F0B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923706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144</Words>
  <Application>Microsoft Office PowerPoint</Application>
  <PresentationFormat>Panorámica</PresentationFormat>
  <Paragraphs>29</Paragraphs>
  <Slides>45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Tema de Office</vt:lpstr>
      <vt:lpstr>ATRIBUTOS PARA BLOQUES </vt:lpstr>
      <vt:lpstr>Presentación de PowerPoint</vt:lpstr>
      <vt:lpstr>Presentación de PowerPoint</vt:lpstr>
      <vt:lpstr>Presentación de PowerPoint</vt:lpstr>
      <vt:lpstr>COMANDO LTS para escala </vt:lpstr>
      <vt:lpstr>Ahora comando de atributo ATT</vt:lpstr>
      <vt:lpstr>Presentación de PowerPoint</vt:lpstr>
      <vt:lpstr>Presentación de PowerPoint</vt:lpstr>
      <vt:lpstr>AHORA CREAMOS UN BLOQUE </vt:lpstr>
      <vt:lpstr>Presentación de PowerPoint</vt:lpstr>
      <vt:lpstr>ASI QUEDA</vt:lpstr>
      <vt:lpstr>LO LLAMAMOS COMO EJE A, nada mas </vt:lpstr>
      <vt:lpstr>Ya lo rotamso</vt:lpstr>
      <vt:lpstr>Presentación de PowerPoint</vt:lpstr>
      <vt:lpstr>Se cambia el texto a 1</vt:lpstr>
      <vt:lpstr>Ya cambia a 1</vt:lpstr>
      <vt:lpstr>Click derecho</vt:lpstr>
      <vt:lpstr>Esto aparece </vt:lpstr>
      <vt:lpstr>Ahora hacemos eso de strech para convertirlo a dinamico </vt:lpstr>
      <vt:lpstr>Ahora si ya se puede alargar </vt:lpstr>
      <vt:lpstr>Ambos se pueden mover, por lo del bloq</vt:lpstr>
      <vt:lpstr>AHOTA TITULOS</vt:lpstr>
      <vt:lpstr>Hacer atributos primero ATT</vt:lpstr>
      <vt:lpstr>Definimos manualmente donde queremos el titulo </vt:lpstr>
      <vt:lpstr>Ahora subtitulo, estos son los siguientes datos </vt:lpstr>
      <vt:lpstr>Asi queda </vt:lpstr>
      <vt:lpstr>Otro atributo ESCALA, att primeto </vt:lpstr>
      <vt:lpstr>Acomodar en base al cursor</vt:lpstr>
      <vt:lpstr>Ahora convertimos todo en bloque </vt:lpstr>
      <vt:lpstr>ACA EL PUTNO BASE </vt:lpstr>
      <vt:lpstr>Presentación de PowerPoint</vt:lpstr>
      <vt:lpstr>Presentación de PowerPoint</vt:lpstr>
      <vt:lpstr>MULTILINEA </vt:lpstr>
      <vt:lpstr>ATT – ATRIBUTOS/BLOQUES  ML – MULTILINEA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Rivera</dc:creator>
  <cp:lastModifiedBy>Ivan Rivera</cp:lastModifiedBy>
  <cp:revision>3</cp:revision>
  <dcterms:created xsi:type="dcterms:W3CDTF">2026-03-25T02:02:43Z</dcterms:created>
  <dcterms:modified xsi:type="dcterms:W3CDTF">2026-03-26T04:31:38Z</dcterms:modified>
</cp:coreProperties>
</file>