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D31B3-4048-27B5-08F4-9FA9E5B01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766801-4EF9-F610-9325-BF6048476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C54E72-B996-54FF-11BD-DA064225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06BD-C9E7-4A4D-A14B-1A6AFC3C2345}" type="datetimeFigureOut">
              <a:rPr lang="es-GT" smtClean="0"/>
              <a:t>10/03/2026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C6AF2D-44DB-6A2D-9C5B-123E37C5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7C4739-CB2B-DF7E-4A81-57190F160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DBF3-9074-4261-A372-E3DF2046BB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9283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068A2-AE3C-0935-C5E7-727FBAA6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1DFEC7-73B0-863A-AD4A-306E97F14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0C42AF-FA89-A191-CDDE-38B61F33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06BD-C9E7-4A4D-A14B-1A6AFC3C2345}" type="datetimeFigureOut">
              <a:rPr lang="es-GT" smtClean="0"/>
              <a:t>10/03/2026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6C2FD8-AF00-EC9F-84DD-99281126E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894134-1DBD-2B35-D365-6B84A203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DBF3-9074-4261-A372-E3DF2046BB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2109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F922C-E598-0289-3CDD-B1DCC9BF4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298DDF-A7F2-6B00-5F99-2FD9246FC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E952E3-B9CD-D336-5B4E-9E4C8557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06BD-C9E7-4A4D-A14B-1A6AFC3C2345}" type="datetimeFigureOut">
              <a:rPr lang="es-GT" smtClean="0"/>
              <a:t>10/03/2026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532864-4876-A744-1A87-392AAC6D8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B3D457-158D-9B72-4E94-ACDB1527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DBF3-9074-4261-A372-E3DF2046BB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1006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506D1-D288-FD87-593F-E34C7D36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04189E-F3B2-3458-C7F2-3B636E12E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CF639E-FA51-62BB-B60F-F8F914672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C428CB-C5A4-DCBC-9E70-00A6D484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06BD-C9E7-4A4D-A14B-1A6AFC3C2345}" type="datetimeFigureOut">
              <a:rPr lang="es-GT" smtClean="0"/>
              <a:t>10/03/2026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4FC89D-8D60-8537-CD24-237F23B3C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C2DE97-7100-3CBF-90DE-55081B37E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DBF3-9074-4261-A372-E3DF2046BB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3905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A4805-1218-3CCA-A1AC-71E281AF3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77C386-A653-F171-3240-EDEFED4E6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EC9C12-51BB-C072-D4BD-1BBD5DFCA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B78797-38CE-DDDD-1B0C-DD5F12BFB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004145-C631-0BA0-91D2-26588FDB9D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6919F80-923C-6B41-31B7-184568477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06BD-C9E7-4A4D-A14B-1A6AFC3C2345}" type="datetimeFigureOut">
              <a:rPr lang="es-GT" smtClean="0"/>
              <a:t>10/03/2026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30D66D7-C893-560F-8A76-3A84CB24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8B37883-608D-44A8-DE04-7FFFAFD6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DBF3-9074-4261-A372-E3DF2046BB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11090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8C6FB-3415-9FC6-FC45-6A3E7CB2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DF92C7-10BB-DE94-D08F-581A28DA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06BD-C9E7-4A4D-A14B-1A6AFC3C2345}" type="datetimeFigureOut">
              <a:rPr lang="es-GT" smtClean="0"/>
              <a:t>10/03/2026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D8F827-AA46-4FCB-BB8B-EA216F4BD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BE51F66-C8D7-238B-EE5B-A5F29591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DBF3-9074-4261-A372-E3DF2046BB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67926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3C6EBD-DA85-BC46-2222-5B61E91C5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06BD-C9E7-4A4D-A14B-1A6AFC3C2345}" type="datetimeFigureOut">
              <a:rPr lang="es-GT" smtClean="0"/>
              <a:t>10/03/2026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1101921-9AF8-A4BF-4550-5BE27FBE4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EF76E5-0538-E5E8-8B68-78ACFB9F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DBF3-9074-4261-A372-E3DF2046BB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49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AFE20-EFE7-FD99-26EC-42B3E186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30E2F4-6FAE-9DE7-D5E5-DD5A3510B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B2FC17-B095-CB9F-B669-3CFFB18A0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E31444-D435-0957-6112-1F7742D35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06BD-C9E7-4A4D-A14B-1A6AFC3C2345}" type="datetimeFigureOut">
              <a:rPr lang="es-GT" smtClean="0"/>
              <a:t>10/03/2026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776B90-A3E5-173B-2172-EB3A79F9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4F453-EC8A-A840-D3A3-5E9EBFA68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DBF3-9074-4261-A372-E3DF2046BB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00572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50E81-5550-3D1C-6F64-8D4DBADA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1DB38D6-DAF1-EAA9-D70A-545E6C05F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17FC97-9F7E-AA43-0C05-E17945A16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068794-5046-AF81-7820-58936ACB1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06BD-C9E7-4A4D-A14B-1A6AFC3C2345}" type="datetimeFigureOut">
              <a:rPr lang="es-GT" smtClean="0"/>
              <a:t>10/03/2026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697D17-F018-C6D7-BEDE-630D6159E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A3E0A7-56B9-DB81-23D2-CAA64626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DBF3-9074-4261-A372-E3DF2046BB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75836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947B7-C3E4-0719-48BF-9DE2B59DE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119DAB-13CB-592C-4434-76AE7D2BD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02E65F-76DA-F3F7-7000-17674EBDB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06BD-C9E7-4A4D-A14B-1A6AFC3C2345}" type="datetimeFigureOut">
              <a:rPr lang="es-GT" smtClean="0"/>
              <a:t>10/03/2026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C9533A-54C5-3343-23DF-C7AD68C2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267670-0B77-D22E-15E5-57B1F05A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DBF3-9074-4261-A372-E3DF2046BB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31758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FA9795-BA08-5DD5-47D4-619019D76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B3BF2B-B98F-2956-AADF-37020FB2F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64539A-15FD-E764-E354-72C6FBA3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06BD-C9E7-4A4D-A14B-1A6AFC3C2345}" type="datetimeFigureOut">
              <a:rPr lang="es-GT" smtClean="0"/>
              <a:t>10/03/2026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26EF2A-14C0-2286-D00E-D5DD0D38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E574EF-B649-E7CC-DCD6-7FC17E2C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DBF3-9074-4261-A372-E3DF2046BB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2953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30C6205-2C1C-1684-3853-A46D8EF7C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A73144-87C0-F01C-8B15-46958E99C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65A5A7-F3C4-3C0E-699E-DFD5FE90F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106BD-C9E7-4A4D-A14B-1A6AFC3C2345}" type="datetimeFigureOut">
              <a:rPr lang="es-GT" smtClean="0"/>
              <a:t>10/03/2026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AAACF4-3BBF-DD35-6DE4-7629AAD0B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851BAF-F587-B616-6C28-A6876763A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4DBF3-9074-4261-A372-E3DF2046BB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0827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8F04D9E-AF13-6830-63DB-F24466884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751BFB5-D8D1-0C3C-F2A7-77AFD9802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042" y="525024"/>
            <a:ext cx="5403594" cy="373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18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0160A-45C9-353C-C7DC-3D6CEF281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945" y="26159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GT" dirty="0"/>
              <a:t>Estándar para acotar en el </a:t>
            </a:r>
            <a:r>
              <a:rPr lang="es-GT" dirty="0" err="1"/>
              <a:t>model</a:t>
            </a:r>
            <a:br>
              <a:rPr lang="es-GT" dirty="0"/>
            </a:br>
            <a:br>
              <a:rPr lang="es-GT" dirty="0"/>
            </a:br>
            <a:r>
              <a:rPr lang="es-GT" dirty="0" err="1"/>
              <a:t>anotativa</a:t>
            </a:r>
            <a:r>
              <a:rPr lang="es-GT" dirty="0"/>
              <a:t> </a:t>
            </a:r>
            <a:r>
              <a:rPr lang="es-GT" dirty="0" err="1"/>
              <a:t>paa</a:t>
            </a:r>
            <a:r>
              <a:rPr lang="es-GT" dirty="0"/>
              <a:t> acotar </a:t>
            </a:r>
            <a:r>
              <a:rPr lang="es-GT" dirty="0" err="1"/>
              <a:t>layout</a:t>
            </a:r>
            <a:r>
              <a:rPr lang="es-GT" dirty="0"/>
              <a:t>  </a:t>
            </a:r>
            <a:br>
              <a:rPr lang="es-GT" dirty="0"/>
            </a:br>
            <a:br>
              <a:rPr lang="es-GT" dirty="0"/>
            </a:br>
            <a:br>
              <a:rPr lang="es-GT" dirty="0"/>
            </a:br>
            <a:br>
              <a:rPr lang="es-GT" dirty="0"/>
            </a:b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50615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84FAA-1B53-679C-6360-475E505EF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0EF24C-CF16-2EA1-6A31-45126F4CC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761" y="1728550"/>
            <a:ext cx="2886478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0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7C28D-79ED-5F14-C03A-97F8349D8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4DA854-324E-ED51-BF7B-18C206C10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70" y="1590418"/>
            <a:ext cx="5087060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10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FDC2B-3C8C-5A8F-9873-740F3187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8A36F4-E0A1-8828-5709-BAFDF30AA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864" y="1480865"/>
            <a:ext cx="6068272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42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864DA-AE7D-07BE-ABDD-228CAFBE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46444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FCF824-9CC7-11EF-4497-D8F7AF7FA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526160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Panorámica</PresentationFormat>
  <Paragraphs>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Estándar para acotar en el model  anotativa paa acotar layout    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2026-03-11T02:08:53Z</dcterms:created>
  <dcterms:modified xsi:type="dcterms:W3CDTF">2026-03-11T02:09:16Z</dcterms:modified>
</cp:coreProperties>
</file>