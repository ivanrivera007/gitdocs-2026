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60" r:id="rId19"/>
    <p:sldId id="261" r:id="rId20"/>
    <p:sldId id="262" r:id="rId21"/>
    <p:sldId id="263" r:id="rId22"/>
    <p:sldId id="264" r:id="rId23"/>
    <p:sldId id="280" r:id="rId24"/>
    <p:sldId id="281" r:id="rId25"/>
    <p:sldId id="282" r:id="rId26"/>
    <p:sldId id="265" r:id="rId27"/>
    <p:sldId id="259" r:id="rId28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1.7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0 213,'15'14,"1"-1,0 0,1-1,0-1,25 12,103 36,-31-22,177 33,133-10,-203-43,1-9,255-24,-179-15,322-75,-203 13,633-121,-377 134,-501 71,326 25,-282 17,-153-18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2.3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0,'969'189,"-960"-187,1147 150,14-93,-1159-59,66 1,0-3,138-22,-203 21,0 0,0-1,0 0,21-11,-28 12,0 0,0 0,0-1,-1 1,1-1,-1 0,0 0,0-1,0 1,-1-1,0 0,4-7,4-16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3.6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1,'63'2,"118"20,-166-20,209 34,99 17,119 20,107 13,886 103,11-92,-1149-97,-237-4,-58 4,-1-1,1 1,-1 0,1 0,0-1,-1 1,1-1,-1 0,1 1,-1-1,0 0,1 0,-1 0,2-1,-2 1,-1 0,1 0,-1 0,0 0,1 0,-1 0,0 0,0 0,1 0,-1 0,0 0,0 0,0 0,0 0,0-1,-1 1,1 0,0-1,-9-23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4.54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47,'160'0,"21"0,85 2,711 20,63 1,-822-20,876 0,-1050-4,82-11,-113 10,0-1,0-1,0 0,-1-1,0 0,0-1,0 0,-1 0,0-2,14-10,-3-2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A5729-CFC5-8068-3C9F-4A63106E1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F82472-6699-6425-7774-40934EFCA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CA1161-8FE0-38D5-BEC0-1DEF95381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699EF-106F-158A-B80E-D646CE3F7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22CCB9-B55D-BE19-4800-B22A43A4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39487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0CB10-54A0-FBE4-0D78-C5371FDD2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74DD73-CF17-6B30-11D2-F2711FE6A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17FAB2-DC59-3235-A144-A378E59E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A5B2FE-1655-D171-CD40-1E00E26D9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1550D0-5480-37B3-45B1-549192599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9081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C7EF4-0E55-8C46-C037-7441AA09A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4EB3FE-4B9F-6801-AAD1-558662ADF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299D54-6165-D2F4-BBCA-FCA0E9183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F0DC5D-0F9F-A181-C54C-F2D404F5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3EEA0C-0AC7-6F0F-F199-6066732DF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9226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B613-0055-7B18-03B2-A2C81E9D8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C8D43B-180F-4B6A-772C-3E02032F2F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440EF5-2FAD-8A74-A1DF-D5DB6C512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EDE64D-A520-276E-896A-684E03E6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49C6FA-DAD1-4577-D427-0A2420427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CA7B6E-FF5A-ADDD-493E-5EB92BDA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377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85CD4E-BBFF-4DA7-480A-64D123736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3B0CBD-B3F5-95C7-AC9F-C6082F04C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EB1BC4-8866-0E0A-57A3-3FF6637B5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D185EF5-A538-9FB2-893E-12A28F5869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980BA1-7CA0-30A0-45A2-43D3BB01E7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D4199B-3BDF-9531-98E6-82E09489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61D344-A85A-2B75-94E3-49C5E246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CF2EEA-CB4F-A4D4-17AA-29F96B824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14691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5D0696-BA03-8208-741D-FE2B4B0BD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7B4C607-D78B-DF17-6D26-F0583CE9B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D35EBE-B448-67EB-B87C-E3BD48C08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09F9B4-9107-0CAB-C717-A0E02E44E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77019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A31B221-9D0E-0CAE-C3E1-A068BBFC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0568886-7822-2DDD-8557-F21761FC9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C997C8-5483-4D28-3B84-E4B9B1F36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06446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A9AFB3-EEE2-B182-D364-139BBFAB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97F621-28B9-8E7A-F6A2-89C469E35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BA54822-EA78-7CBF-30AB-F3297D9C2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1F86A7-656D-56A9-B1F3-2BAC93B63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37CCBB-3AD0-D2B0-FB32-E339D5994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A0812C-12D8-C79B-A0CD-882A1B7B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62493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046936-0976-89C5-B240-BB187A79B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88C893C-C5B6-2A95-7AB0-925453CFB5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B937D9-2453-E7EA-FD03-A7C1DC353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7AC471-EF01-00DE-6CBA-2C4BC5DB4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9E92FD1-C47B-DA5A-0446-FAFACC14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0D1D67C-A43E-4B9A-AF34-C46E6C59E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196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0916A-3549-7B3A-AC29-4CE17FE7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EEC97-3E59-6128-09C3-C9A9DACF6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6D9998-7600-F96D-E069-93B2BCF1D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63F650-5C1A-5CE0-8D1C-743ECFE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428740-C51E-44D4-F946-B540B1D6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03745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3DF35E9-B9DE-3492-DB72-2BBE7018A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E51BDF9-9F14-68A3-60BA-B3F7B269A6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8225B3-FF69-A3C1-ADB3-154C15E9D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312C86-A8D7-0F86-413B-784585E3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953DA8-268A-4AFC-B8C7-B7B7250D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870005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A84A9B6-6DED-CB6E-06DA-CFC00625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D1CEF-795A-C292-FCD7-E90181C9F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F368B4-68AD-5CDE-630E-829FF9F7CD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D4704-9F6E-43D2-B3DF-484A4E6A9E7A}" type="datetimeFigureOut">
              <a:rPr lang="es-GT" smtClean="0"/>
              <a:t>22/03/2026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B4EA98F-BF64-EB22-1EC6-5B8D19619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E3EBAA-1F67-66BE-AA4F-8E6241713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8552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11" Type="http://schemas.openxmlformats.org/officeDocument/2006/relationships/image" Target="../media/image21.png"/><Relationship Id="rId5" Type="http://schemas.openxmlformats.org/officeDocument/2006/relationships/customXml" Target="../ink/ink2.xml"/><Relationship Id="rId10" Type="http://schemas.openxmlformats.org/officeDocument/2006/relationships/image" Target="../media/image20.png"/><Relationship Id="rId4" Type="http://schemas.openxmlformats.org/officeDocument/2006/relationships/image" Target="../media/image17.png"/><Relationship Id="rId9" Type="http://schemas.openxmlformats.org/officeDocument/2006/relationships/customXml" Target="../ink/ink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F1CB7A4-A88F-7318-EA50-BF7CD4013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FBCF65F-50E1-B05A-E8D3-531894FB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672" y="754703"/>
            <a:ext cx="7765275" cy="534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1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EF16D-7B6D-A84D-9227-E715EC21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5AB89F-9163-4440-7C90-B6F89074E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7" y="365125"/>
            <a:ext cx="9522557" cy="557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75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366C7-D179-5221-6770-79302B1D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66D153-0890-54C6-9654-1928AB7FF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864" y="1609471"/>
            <a:ext cx="6430272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447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77C2F-C7F5-A2F9-0249-00976EF0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F98DA0-C4EC-165C-D280-EB5F5C776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338" y="1028365"/>
            <a:ext cx="5725324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12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654F67-85D5-AB87-9AC9-87C0785E5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C2AFCEC-6DD1-FD0B-F383-F2F3C94E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811" y="980733"/>
            <a:ext cx="5744377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98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44538-6444-3897-F437-4DB67D264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872E39-F7D8-E47A-BCA1-4113EF2C6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1976235"/>
            <a:ext cx="4296375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711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F5E1D0-F38F-F02F-3364-2D512151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0CD313-7D2E-4BBD-91CF-60129F0DD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64" y="1004549"/>
            <a:ext cx="5887272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50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85A14-3422-20D5-994D-1F105F337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849F07-6CBF-FE12-758E-E905A6712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4626" y="1090286"/>
            <a:ext cx="6782747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8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BAB4E-C87C-D847-AF5D-79F6C4CE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2122BF-82A1-A161-CB54-03F21428D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11" y="1399892"/>
            <a:ext cx="6106377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0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A28A8-68E0-7D32-B5E1-82B32688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8ED6A6-6603-0BD4-548F-8F2E34717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417" y="875943"/>
            <a:ext cx="5849166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1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CC0AD-7ACB-7F52-F6AC-BF18CD383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E8DB98E-ADFB-B8D4-DAC0-B80A75A0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169" y="276396"/>
            <a:ext cx="7684080" cy="630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899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2D90E-70C7-C23F-CEC5-47FAF4F2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NOTAS BLOQUE </a:t>
            </a:r>
          </a:p>
        </p:txBody>
      </p:sp>
    </p:spTree>
    <p:extLst>
      <p:ext uri="{BB962C8B-B14F-4D97-AF65-F5344CB8AC3E}">
        <p14:creationId xmlns:p14="http://schemas.microsoft.com/office/powerpoint/2010/main" val="2817463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6137-7CEC-0EC9-B065-BB7D65E6C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0C0DC6-34DE-22EB-F601-93068ABC3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363" y="880707"/>
            <a:ext cx="6611273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70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14D9D-8541-B087-B3B7-20C0209DF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1BADED-6699-7F71-7959-6BD23DE6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627" y="928338"/>
            <a:ext cx="6058746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697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4E29D-AFD1-3729-7904-D153272F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D23BCE-1A39-0BDA-DA45-2267F0F8E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177" y="1337970"/>
            <a:ext cx="9821646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26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01761-87A8-35A1-F4DB-DCFABB186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69886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E05D1-5A22-0915-AAFB-DD7798094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72231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58C24-BE77-0FE1-32A5-1226A79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91810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58586-FFC8-7795-5639-131BA14D7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81114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F4C04-7E68-1AC8-EEFA-5009FA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42335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3B42A4-99BD-B8BA-4EF5-AB3859A29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28492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789727-1C8D-4F0A-EEBB-12C4FCB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02668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C6C9D70-E596-0D80-AF5A-8A0CBA066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D406EC-9E93-E72E-2C77-A64E152E8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731" y="971207"/>
            <a:ext cx="7430537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04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F7C3F-C33D-C37D-9DED-704CBE1D0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3A9B55-0C90-6CB2-60D9-865DB43E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42" y="971207"/>
            <a:ext cx="7459116" cy="491558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3683741B-B837-66D2-4B9B-FEA7F7491394}"/>
                  </a:ext>
                </a:extLst>
              </p14:cNvPr>
              <p14:cNvContentPartPr/>
              <p14:nvPr/>
            </p14:nvContentPartPr>
            <p14:xfrm>
              <a:off x="6969688" y="2936873"/>
              <a:ext cx="2169000" cy="19800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3683741B-B837-66D2-4B9B-FEA7F74913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5688" y="2829233"/>
                <a:ext cx="2276640" cy="41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6F5ED1F-821B-C418-0A6E-7493F485347F}"/>
                  </a:ext>
                </a:extLst>
              </p14:cNvPr>
              <p14:cNvContentPartPr/>
              <p14:nvPr/>
            </p14:nvContentPartPr>
            <p14:xfrm>
              <a:off x="7268128" y="3423953"/>
              <a:ext cx="1380600" cy="1454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6F5ED1F-821B-C418-0A6E-7493F485347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14128" y="3315953"/>
                <a:ext cx="148824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7FDAD511-2D57-678A-F209-895B606A43D5}"/>
                  </a:ext>
                </a:extLst>
              </p14:cNvPr>
              <p14:cNvContentPartPr/>
              <p14:nvPr/>
            </p14:nvContentPartPr>
            <p14:xfrm>
              <a:off x="5336728" y="3741113"/>
              <a:ext cx="1823040" cy="2019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7FDAD511-2D57-678A-F209-895B606A43D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83088" y="3633473"/>
                <a:ext cx="193068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72E4F749-C98A-FCFE-0D93-8A5C002DD1B5}"/>
                  </a:ext>
                </a:extLst>
              </p14:cNvPr>
              <p14:cNvContentPartPr/>
              <p14:nvPr/>
            </p14:nvContentPartPr>
            <p14:xfrm>
              <a:off x="5196688" y="3323153"/>
              <a:ext cx="1539000" cy="3636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72E4F749-C98A-FCFE-0D93-8A5C002DD1B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2688" y="3215153"/>
                <a:ext cx="1646640" cy="2520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Imagen 9">
            <a:extLst>
              <a:ext uri="{FF2B5EF4-FFF2-40B4-BE49-F238E27FC236}">
                <a16:creationId xmlns:a16="http://schemas.microsoft.com/office/drawing/2014/main" id="{4D9E7F59-D377-C33C-EA94-A77653D57BC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8728" y="5342070"/>
            <a:ext cx="2753109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8998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E0D1C-2158-9550-0944-E5A3BA1B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TODO EL DIBUJO SE SELECCIONA TODO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5E98E7-E2AA-4A34-000F-D56F8B529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680" y="1376076"/>
            <a:ext cx="5658640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0238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D98435-8C18-5BB0-4489-6E09C912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643065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2405AF-4A3B-6B18-A070-A735885D0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914438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Panorámica</PresentationFormat>
  <Paragraphs>2</Paragraphs>
  <Slides>27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NOTAS BLOQUE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AHORA TODO EL DIBUJO SE SELECCIONA TODO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Rivera</cp:lastModifiedBy>
  <cp:revision>2</cp:revision>
  <dcterms:created xsi:type="dcterms:W3CDTF">2026-03-12T01:04:20Z</dcterms:created>
  <dcterms:modified xsi:type="dcterms:W3CDTF">2026-03-22T06:42:42Z</dcterms:modified>
</cp:coreProperties>
</file>