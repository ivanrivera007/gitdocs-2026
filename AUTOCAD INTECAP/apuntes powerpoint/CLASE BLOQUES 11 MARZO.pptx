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60" r:id="rId19"/>
    <p:sldId id="261" r:id="rId20"/>
    <p:sldId id="262" r:id="rId21"/>
    <p:sldId id="264" r:id="rId22"/>
    <p:sldId id="280" r:id="rId23"/>
    <p:sldId id="281" r:id="rId24"/>
    <p:sldId id="282" r:id="rId25"/>
    <p:sldId id="265" r:id="rId26"/>
    <p:sldId id="259" r:id="rId27"/>
    <p:sldId id="283" r:id="rId28"/>
    <p:sldId id="284" r:id="rId29"/>
    <p:sldId id="285" r:id="rId30"/>
    <p:sldId id="286" r:id="rId31"/>
    <p:sldId id="263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10" r:id="rId50"/>
    <p:sldId id="311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7" r:id="rId62"/>
    <p:sldId id="328" r:id="rId63"/>
    <p:sldId id="322" r:id="rId64"/>
    <p:sldId id="323" r:id="rId65"/>
    <p:sldId id="324" r:id="rId66"/>
    <p:sldId id="325" r:id="rId67"/>
    <p:sldId id="326" r:id="rId68"/>
    <p:sldId id="305" r:id="rId69"/>
    <p:sldId id="306" r:id="rId70"/>
    <p:sldId id="307" r:id="rId71"/>
    <p:sldId id="308" r:id="rId72"/>
    <p:sldId id="309" r:id="rId73"/>
    <p:sldId id="287" r:id="rId74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-4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1.7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0 213,'15'14,"1"-1,0 0,1-1,0-1,25 12,103 36,-31-22,177 33,133-10,-203-43,1-9,255-24,-179-15,322-75,-203 13,633-121,-377 134,-501 71,326 25,-282 17,-153-18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2.3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0,'969'189,"-960"-187,1147 150,14-93,-1159-59,66 1,0-3,138-22,-203 21,0 0,0-1,0 0,21-11,-28 12,0 0,0 0,0-1,-1 1,1-1,-1 0,0 0,0-1,0 1,-1-1,0 0,4-7,4-16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3.6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1,'63'2,"118"20,-166-20,209 34,99 17,119 20,107 13,886 103,11-92,-1149-97,-237-4,-58 4,-1-1,1 1,-1 0,1 0,0-1,-1 1,1-1,-1 0,1 1,-1-1,0 0,1 0,-1 0,2-1,-2 1,-1 0,1 0,-1 0,0 0,1 0,-1 0,0 0,0 0,1 0,-1 0,0 0,0 0,0 0,0 0,0-1,-1 1,1 0,0-1,-9-23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4.54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47,'160'0,"21"0,85 2,711 20,63 1,-822-20,876 0,-1050-4,82-11,-113 10,0-1,0-1,0 0,-1-1,0 0,0-1,0 0,-1 0,0-2,14-10,-3-2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3T18:07:59.0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36 0,'-7'27,"-2"22,1 22,1 6,3 3,7-5,11-9,9-9,8-14,5-15,9-11,11-9,9-13,0-12,-4-3,-13 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3T18:08:02.0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7591 1444,'30'1,"3"0,-1-2,0-1,0-1,37-9,-61 10,0 0,1-1,-2 0,1 0,0-1,-1 0,1-1,-1 1,0-1,-1-1,1 1,-1-1,0 0,-1-1,1 1,-1-1,-1 0,1 0,-1-1,5-13,-1-4,-2 0,0-1,-2 0,-1 1,-1-1,-1 0,-1 0,-2 0,-5-28,6 45,0 0,-1 0,-1 0,0 1,0-1,0 1,-1-1,0 1,-6-7,8 11,-1 1,0 0,0 0,0 0,0 1,0-1,0 1,-1-1,1 1,-1 0,0 0,1 1,-1-1,0 1,0 0,0 0,0 0,0 1,0-1,0 1,-8 0,3 1,-1 1,1 0,0 1,0 0,0 0,0 1,0 0,1 1,0 0,0 0,0 1,0 0,1 0,0 0,0 1,1 0,-8 12,1-1,0 0,1 2,2-1,0 1,0 1,-10 36,6 2,3 0,2 1,3 0,2 1,3-1,3 0,2 1,3-1,25 102,-23-133,1-1,1 0,1 0,2-1,1-1,1 0,1-1,1-1,1-1,1 0,1-2,1 0,36 25,-11-13,2-3,1-2,1-2,1-3,1-1,64 15,-79-25,1-2,0-2,0-2,1-1,0-2,53-3,-74-1,-1-1,0-1,-1-1,1-1,0 0,-1-1,0-1,-1 0,1-1,-2-1,1-1,-1 0,0-1,-1 0,-1-2,17-17,-2-7,-1 0,-3-2,-1-1,-1-1,-3 0,-1-2,-2 0,15-70,-11 20,-4-1,-4 0,0-116,-12 145,-2 1,-4-1,-2 1,-3 0,-2 0,-4 2,-2 0,-3 1,-2 1,-3 1,-3 1,-2 2,-3 1,-2 1,-58-64,40 58,-119-101,148 140,-2 1,0 1,-2 1,0 2,0 1,-2 1,-36-10,57 21,0 1,-1 0,1 1,0 0,-1 1,1 0,0 1,-1 0,1 1,0 0,0 1,0 0,0 0,0 1,1 1,0 0,0 1,0 0,1 0,-1 1,-14 14,-7 10,2 1,1 1,2 2,-27 46,47-72,-46 74,4 1,-67 167,95-198,2 1,3 1,2 0,3 1,2 0,-1 74,9-124,0 0,1 0,-1 0,1 0,1 0,-1-1,1 1,0 0,0-1,0 1,1-1,0 0,0 0,0 0,8 8,-8-10,0-1,0 1,0-1,0 0,1 0,-1 0,1 0,0-1,0 1,-1-1,1 0,0 0,0-1,0 1,0-1,0 0,0 0,0 0,0 0,0-1,0 1,0-1,0 0,3-2,6-2,-1 0,-1-1,1 0,-1-1,0-1,0 0,-1 0,0-1,-1 0,0 0,0-1,-1-1,-1 1,1-1,-2 0,9-20,-3 5,-1 0,-2-1,-1 0,0-1,-3 0,5-49,-8 57,-2 0,0 1,-2-1,0 0,-1 0,-1 1,-1 0,0 0,-12-27,13 38,0 0,-1 0,1 0,-2 1,1 0,-1 0,0 0,0 1,-1 0,0 0,0 0,0 1,-1 0,1 1,-1 0,-1 0,1 0,0 1,-1 0,0 1,1 0,-1 0,-12 0,6 2,0 1,1 0,-1 1,0 1,1 0,-1 1,1 1,0 0,1 1,-1 0,1 1,0 0,1 2,-14 9,-20 18,1 1,2 2,2 3,1 0,2 3,-57 89,39-42,5 2,-74 186,80-152,-42 184,71-232,3 1,4 0,1 128,8-186,2 1,0-1,2 0,0 0,9 25,-11-43,0 1,0-1,0 1,1-1,0 0,0 0,0 0,1 0,-1-1,1 1,0-1,1 0,-1 0,1 0,0-1,0 0,0 0,0 0,0 0,1-1,-1 0,1 0,-1 0,11 1,-4-3,-1 0,1 0,0-1,-1 0,1-1,-1-1,1 0,-1 0,0-1,0-1,-1 0,1 0,12-9,9-8,-1-1,-2-1,27-28,43-51,-5-5,-5-4,-5-4,-5-3,108-221,-182 329,19-30,-24 41,0-1,0 1,1 0,-1 0,0-1,0 1,0 0,1 0,-1 0,0-1,0 1,1 0,-1 0,0 0,0 0,1 0,-1 0,0-1,1 1,-1 0,0 0,1 0,-1 0,0 0,0 0,1 0,-1 0,0 0,1 0,-1 1,0-1,1 0,-1 0,0 0,0 0,1 0,-1 0,0 1,1-1,6 25,0 69,-11 165,-1-81,4-129,13 400,-7-394,3-1,2 1,2-2,3 0,2 0,26 54,-33-86,1-1,1 0,1-1,0 0,2-1,0-1,0 0,32 25,-34-33,0 0,1-1,0 0,1-1,-1 0,2-1,-1-1,0-1,1 0,0-1,0 0,0-2,17 1,-7-3,1-1,-1-1,0-2,0 0,0-2,-1 0,0-2,0-1,-1-1,-1-1,0-1,0-1,-1-1,-1-1,0-1,-2 0,28-32,-10 5,-2-1,-2-3,-2 0,-2-2,-3-1,-1-1,17-57,-17 35,-4 0,-3-1,16-152,-30 170,-3 0,-2 0,-2 0,-3 1,-2 0,-17-58,18 88,-1 0,-1 1,-2 0,0 1,-2 0,-1 0,-17-22,24 38,0-1,0 1,-1 0,0 1,-1 0,0 0,0 1,0 0,-1 1,1 0,-1 0,-1 1,1 0,-1 1,1 0,-1 1,0 0,0 1,0 0,-15 1,-12 4,1 2,0 2,0 2,1 1,0 1,-57 30,-17 13,3 4,3 5,-142 114,77-36,-154 167,283-268,21-24,1 2,0 0,1 1,1 1,-18 30,34-50,0-1,0 0,0 0,0 0,0 0,-1 0,1 0,0 0,0 0,0 0,0 0,0 1,0-1,0 0,0 0,-1 0,1 0,0 0,0 0,0 0,0 1,0-1,0 0,0 0,0 0,0 0,0 0,0 1,0-1,0 0,0 0,0 0,0 0,0 0,0 1,0-1,0 0,0 0,0 0,0 0,1 0,-1 0,0 1,0-1,0 0,0 0,0 0,0 0,0 0,0 0,1 0,-1 0,0 1,0-1,0 0,0 0,0 0,0 0,1 0,-1 0,0 0,0 0,0 0,16-10,25-29,0-2,-3-2,47-67,-54 69,4-5,58-100,-89 139,-1 0,0 0,0-1,0 1,2-15,-5 21,1 0,-1 1,0-1,0 1,1-1,-1 1,0-1,0 0,0 1,0-1,0 1,0-1,0 0,0 1,0-1,0 1,0-1,0 0,0 1,-1-1,1 1,0-1,0 1,-1-1,1 0,0 1,-1-1,1 1,-1 0,1-1,0 1,-1-1,1 1,-1 0,1-1,-1 1,1 0,-1-1,0 1,1 0,-1 0,1-1,-1 1,1 0,-1 0,0 0,1 0,-1 0,0 0,1 0,-1 0,1 0,-1 0,0 1,1-1,-1 0,1 0,-1 0,1 1,-1-1,0 1,-42 30,-67 74,-175 218,274-310,-68 84,-90 144,164-233,0 0,1 0,0 0,1 0,-5 18,8-26,0 0,0 0,0 1,0-1,0 0,0 1,0-1,0 0,0 1,0-1,0 0,0 1,0-1,0 0,0 1,0-1,0 0,0 0,1 1,-1-1,0 0,0 1,0-1,0 0,1 0,-1 1,0-1,0 0,1 0,-1 0,0 1,0-1,1 0,-1 0,0 0,1 0,-1 0,0 0,0 1,1-1,-1 0,0 0,1 0,-1 0,0 0,1 0,0 0,31-19,18-28,-2-1,67-89,-104 123,88-110,101-168,-166 234,-2-1,-3-1,-3-2,-2-1,26-113,-49 173,0 1,-1-1,0 1,1-1,-1 1,0-1,0 1,0-1,0 0,-1 1,1-1,-2-4,1 7,1-1,0 1,-1-1,1 1,-1-1,1 1,-1-1,1 1,-1-1,0 1,1 0,-1-1,1 1,-1 0,0 0,1-1,-1 1,0 0,1 0,-1 0,-1 0,-26 6,0 8,1 0,-30 23,-157 111,-126 84,-154 97,-145 98,-117 79,-718 508,49 85,908-646,80-50,78-50,70-43,-281 424,522-663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3T18:10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0:53:58.85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2783 825,'-2'-2,"-1"0,1 0,0 0,-1 1,1-1,-1 1,0-1,1 1,-1 0,0 0,0 0,-4 0,-11-4,-143-36,89 25,-139-36,-402-87,-201-9,49 9,686 121,68 13,44 9,206 36,165 24,-314-52,999 102,-954-113,239-29,-304 21,353-50,-288 33,148-49,-279 72,90-33,-86 31,-1-1,0 1,0-2,0 1,-1-1,1 0,-1 0,0 0,5-8,-10 12,0 0,0-1,1 1,-1-1,-1 0,1 1,0-1,0 0,-1 1,1-1,-1 0,1 0,-1 0,0 1,0-1,1 0,-1 0,-1 0,1 0,0 0,0 1,-1-1,1 0,-2-3,0 2,0 0,0 0,-1 0,1 0,-1 0,0 0,1 1,-1-1,-1 1,1 0,-5-3,-10-4,0 1,-1 0,-30-7,45 14,-107-25,0 6,-1 4,-1 5,-156 4,188 7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0:54:01.41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1380 510,'0'1,"0"0,-1 0,1 0,0 0,-1 0,1 0,-1 0,1 0,-1-1,0 1,1 0,-1 0,0 0,0-1,0 1,1-1,-1 1,0 0,0-1,0 1,0-1,-2 1,-29 10,20-8,-101 34,-135 24,170-46,59-8,27-3,42 0,645-3,-457-3,-125 0,-75-4,-39 5,0 0,0 0,0 0,0 1,0-1,-1 0,1 1,0-1,0 0,0 1,-1 0,1-1,0 1,0 0,-1 0,1-1,0 1,-1 0,-1 1,-95-12,70 9,-1-1,1-1,0-1,-47-16,73 21,0 0,1-1,-1 1,1-1,-1 0,0 1,1-1,-1 0,1 0,0 0,-1 0,1 0,0 0,-1-1,1 1,0 0,0-1,0 1,0 0,0-1,1 1,-1-1,0 0,0-2,1 1,1 0,0 0,-1 0,1 1,0-1,1 0,-1 1,0-1,1 1,0-1,1-2,5-6,-7 10,-1 0,1 0,-1 0,1 0,-1 0,1 0,-1 0,0 0,0 0,1 0,-1 0,0 0,0 0,0 0,0 0,0 0,0 0,0 0,-1 0,1 0,0 0,-1 0,1 0,0 0,-1 0,1 0,-1 0,0 0,1 0,-1 0,1 1,-1-1,0 0,0 1,0-1,1 0,-1 1,0-1,0 1,0-1,-1 0,-52-17,43 15,-107-24,0 5,-2 5,0 5,0 6,-1 5,-232 27,320-21,1 1,0 1,1 1,-34 15,61-21,0-1,1 1,-1 0,1 1,-1-1,1 0,0 1,0 0,0 0,1 0,-4 4,6-7,-1 1,1 0,0 0,-1-1,1 1,0 0,0 0,0 0,0-1,-1 1,1 0,0 0,0 0,0-1,1 1,-1 0,0 0,0 0,0-1,1 1,-1 0,1 1,0-1,0 1,0-1,1 1,-1-1,1 0,-1 0,1 0,-1 0,1 0,0 0,0 0,-1 0,4 0,15 5,1-2,0 0,-1-1,40 0,-40-3,726 3,-630-4,-101 1,10-1,-43-1,-565-81,386 48,134 25,-174-34,186 32,1-2,-75-33,118 44,0 0,0-1,0 0,1 0,0 0,-8-8,13 12,0-2,0 1,0 0,0 0,0 0,1 0,-1-1,0 1,1 0,-1 0,1-1,-1 1,1-1,0 1,0 0,0-1,-1 1,1-1,0 1,1 0,-1-1,0 1,0-1,1 1,-1 0,1-1,-1 1,1 0,-1-1,1 1,0 0,-1 0,1 0,0 0,0-1,0 1,0 0,2-1,5-5,0 0,1 0,0 1,0 0,1 1,-1 0,17-6,85-25,-90 30,127-31,2 7,1 7,240-7,-341 27,-1 3,1 1,66 12,-90-7,42 17,-50-16,0-1,1-1,30 5,143-1,19 2,-187-8,1 2,0 0,-1 2,0 1,-1 0,35 19,21 16,3-3,163 54,-148-66,-21-7,-1 2,-1 4,100 51,-159-68,0 0,-1 0,0 2,-1 0,0 0,0 1,-2 1,0 0,0 1,9 18,26 20,-39-46,0 0,-1 0,1 1,-1 0,-1 0,8 12,-10 1,-7-7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0:54:05.0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22,'0'-1,"0"0,0 0,1 0,-1 1,0-1,0 0,1 0,-1 0,0 0,1 0,-1 0,1 1,-1-1,1 0,-1 0,1 1,0-1,-1 0,1 1,0-1,0 1,-1-1,1 1,0-1,0 1,0-1,0 1,-1 0,1-1,0 1,0 0,1 0,37 0,25 15,69 24,-34-8,1463 389,-1502-405,-8 0,58 7,-95-20,1-1,-1 0,0-1,0 0,0-2,0 1,0-2,22-6,-14 1,0 1,0 1,0 1,1 1,0 1,0 1,44 2,227 28,-147-11,-71-10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0:56:02.01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32,'7'-14,"2"-3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0:56:59.7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17:29.62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1591 1189,'2'-1,"0"0,0 0,0 0,0 0,0 0,0 0,-1-1,1 1,0-1,-1 0,3-2,10-9,-1 6,1 0,0 1,0 0,1 1,0 1,-1 0,25-3,-31 6,354-46,16 26,-217 13,345-13,433-29,-569 22,367-34,-580 38,-152 24,0-1,0 0,0-1,0 1,0-1,0 0,-1 0,1 0,-1-1,1 0,-1 0,0 0,4-4,-7 6,-1 1,0-1,1 0,-1 0,0 0,0 0,1 0,-1 0,0 1,0-1,0 0,0 0,0 0,-1 0,1 0,0 0,0 0,0 0,-1 1,1-1,0 0,-1 0,1 0,-1 1,1-1,-2-1,-2-3,0 1,-1 0,1 0,-1 1,0-1,-9-4,-36-17,-77-26,-179-51,-124-12,-350-54,-1039-87,1449 223,-436 19,778 13,21-1,1 1,-1 0,1 0,-1 1,1-1,-1 1,1 1,0-1,-11 5,17-5,0-1,0 1,-1-1,1 1,0 0,0-1,0 1,0 0,0-1,0 1,1-1,-1 1,0 0,0-1,0 1,0-1,1 1,-1-1,0 1,1-1,-1 1,0-1,1 1,-1-1,1 1,-1-1,1 1,-1-1,1 0,-1 1,1-1,-1 0,1 1,-1-1,1 0,0 0,23 18,0-2,1-1,1-1,53 21,-63-28,225 85,270 67,-377-121,1185 328,-872-244,504 120,-809-208,-106-22,-34-9,-10-3,-72-8,-142-25,-129-26,-119-26,-841-116,-6 116,978 96,265-8,1 3,-1 4,-96 25,162-33,0 0,0 1,1 0,-1 0,1 1,0 0,0 0,1 1,-1-1,-10 11,14-10,0-1,0 1,0 0,1 0,0 0,0 0,0 0,0 1,1-1,0 0,0 1,0-1,1 1,0-1,0 1,0 0,2 7,2 10,1 0,1 0,1 0,1-1,1 0,21 37,163 234,53 26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17:31.5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1646 846,'27'0,"13"-1,0 2,-1 2,76 15,85 37,94 35,1025 280,-867-279,4-20,2-20,2-20,588-35,121-99,-347-46,-253 36,323 15,-332 42,130-5,19 24,-21 1,1299 31,-1483 46,-3 41,181 22,-601-94,0-5,135-7,-324-2,-108 3,-149 0,-193 0,-237 1,-213 0,-183-2,-141-12,-1463-84,4-87,1673 90,168-5,155-5,151 2,135 6,-694-200,923 226,206 51,61 13,27 4,129 23,194 38,244 39,263 32,248 35,191 22,887 152,632 92,-2024-322,-232-37,-395-52,211 35,-353-53,-1 1,0 0,0 0,0 0,11 7,-18-9,-1 0,0 0,0 0,1 1,-1-1,0 0,0 0,0 1,1-1,-1 0,0 0,0 1,0-1,0 0,0 0,0 1,1-1,-1 0,0 0,0 1,0-1,0 0,0 1,0-1,0 0,0 0,0 1,0-1,-1 0,1 1,0-1,0 0,0 0,0 1,0-1,0 0,-1 0,1 1,0-1,0 0,0 0,-1 0,1 1,0-1,0 0,0 0,-1 0,1 0,0 1,0-1,-1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17:33.4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17:34.2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17,'0'-7,"0"-2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19:21.39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29 79,'9'-8,"0"0,1 1,0 0,0 1,1 0,0 0,0 1,0 1,1-1,-1 2,1 0,0 0,18-1,19 1,-1 2,62 6,155 28,127 35,130 27,99 14,1753 322,-943-167,-1313-241,-105-17,-29-2,-194-3,83-3,-921 13,-9 56,558-13,-567 47,1006-97,1-2,-1-3,-118-16,157 11,-1-1,1 0,0-2,1 0,-35-22,-35-16,-21 1,-125-34,-128-18,193 53,137 36,-341-102,357 105,1-1,0-1,0 0,-16-12,32 20,-1-1,1 0,0 0,0 0,0 0,0-1,0 1,0 0,0 0,0 0,0-1,1 1,-1-1,0-2,1 3,0 1,0-1,0 0,0 0,0 1,0-1,0 0,1 0,-1 0,0 1,1-1,-1 0,0 1,1-1,-1 0,1 1,-1-1,1 1,-1-1,1 1,0-1,-1 1,1-1,1 0,6-4,1 1,-1 1,1-1,0 1,0 1,1-1,9 0,85-8,-54 6,-41 4,243-38,-249 39,1-1,-1 1,0-1,0 0,0 0,0-1,0 1,0-1,0 1,-1-1,1 0,0 0,2-3,-5 5,1-1,-1 0,0 0,0 1,0-1,0 0,0 0,0 1,0-1,0 0,0 0,0 1,0-1,0 0,0 1,0-1,-1 0,1 0,0 1,-1-1,1 0,0 1,-1-1,1 1,-1-1,1 1,-1-1,1 0,-1 1,1 0,-1-1,0 1,0-1,-10-6,-1 1,1 0,-1 0,0 2,-14-5,-226-49,-8-3,256 60,-1 0,1-1,-1 0,1 0,0 0,0 0,0-1,-6-4,10 6,-1 1,1-1,0 1,-1-1,1 1,0-1,-1 0,1 1,0-1,0 1,-1-1,1 1,0-1,0 0,0 1,0-1,0 0,0 1,0-1,0 0,0 1,0-1,0 1,0-1,1 0,0-1,0 0,0 1,0-1,1 1,-1-1,0 1,1 0,-1-1,1 1,0 0,-1 0,3-1,7-4,1 1,-1 1,1 0,0 0,0 1,1 1,-1 0,20 0,118 5,-127-1,522 66,3 45,281 123,-343-90,84 5,-376-101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27.15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34.06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17,'0'-6,"6"-3,16 7,37 18,82 25,116 19,122 6,95-7,54-15,16-15,-24-11,-60-10,-103-6,-118-3,-99-1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56.5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0.8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811 520,'291'0,"9"0,108-1,1512-75,-1610 41,-270 29,1-2,52-16,-90 23,0 0,0-1,0 1,0-1,0 1,0-1,0 0,-1 0,5-4,-7 5,1 1,-1-1,0 1,1-1,-1 1,0-1,0 1,0-1,1 1,-1-1,0 0,0 1,0-1,0 1,0-1,0 0,0 1,0-1,0 1,0-1,-1 0,1 1,0-1,0 1,0-1,-1 1,1-1,0 1,-1-1,1 1,0-1,-1 1,1-1,-1 1,1 0,-1-1,-11-6,1 1,-1 0,0 1,-1 0,1 1,-25-5,-186-40,-294-44,-4 23,-697-5,1134 74,-115 14,165-8,0 2,1 1,0 1,0 2,1 1,-32 18,-178 122,53-29,-300 126,442-230,-85 23,129-41,-4 2,18-2,40-5,942-159,-892 143,129-45,-217 60,0 0,-1 0,19-12,-30 16,0 1,0 0,0-1,-1 1,1-1,0 1,-1-1,1 1,0-1,-1 1,1-1,-1 0,1 1,-1-1,1 0,-1 0,0 1,1-1,-1 0,0 0,1 0,-1 1,0-1,0 0,0 0,0 0,0 0,0-1,-1 1,1 0,-1 0,0 0,0 0,0 0,0 0,0 0,0 1,0-1,0 0,0 1,-1-1,1 1,0-1,0 1,-2-1,-51-8,-2 6,3 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2.20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1 212,'83'25,"2"-3,1-4,112 9,256-5,-406-21,781-30,-638 6,-2-8,244-72,-329 69,39-11,-63 35,-66 9,0 0,0-1,1 0,-2-1,27-10,-7-2,-5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3.05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1 199,'62'0,"2"2,-1-3,1-3,118-23,67-49,-32 9,-183 59,0 2,58-3,-44 7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5.1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1,'17'0,"-1"2,1 0,-1 1,0 1,31 11,-2-1,628 169,-117-33,387 103,13-77,-596-148,-97-9,-244-17,-5-1,-1 0,1 1,-1 0,25 8,-34-8,0 0,0 0,-1 0,1 1,0-1,-1 1,0 0,1-1,-1 2,0-1,-1 0,1 1,-1-1,1 1,-1 0,0 0,0-1,-1 1,2 6,13 49,-2 1,7 89,-3-19,76 406,211 680,-213-893,-43-142,-13-72,-36-107,1 0,-1 1,0-1,0 0,0 0,0 1,0-1,0 0,-1 0,1 0,-1 1,1-1,-1 0,0 0,0 0,0 0,0 0,0 0,0 0,-1-1,1 1,-1 0,1-1,-1 1,0-1,1 1,-1-1,0 0,-2 1,-7 4,1-2,-1 1,0-2,-18 5,20-6,-150 38,-211 64,-190 118,-320 105,669-272,-2-9,-2-9,-1-10,-282 0,395-29,1-5,0-3,1-6,-194-55,273 64,1-1,-1-1,-20-12,36 18,0 0,1-1,-1 0,1 0,0-1,0 1,1-1,-1 0,1 0,0-1,0 1,1-1,0 0,0 0,-2-6,-1-13,1 0,2 0,1-1,1 1,0 0,5-28,-2-16,13-3109,-15 2865,0 79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5.70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0,'0'7,"0"9,0 14,0 10,0 10,13-2,11-11,8-10,-1-11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5.9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452 106,'-7'-7,"-8"-8,-16-10,-8 1,-5 4,-1 5,-7 19,-1 15,3 11,2 21,9 7,19-5,12-12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36.7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1152 755,'0'-22,"0"0,-2 0,-1 0,0 0,-1 0,-11-30,11 42,-1 0,0 0,0 1,-1-1,-1 1,1 0,-1 1,-1 0,0 0,0 0,0 1,-1 0,0 1,-17-10,16 12,0-1,0 1,0 1,0 0,0 0,-1 1,0 0,1 1,-1 0,0 1,0 0,1 1,-1 0,0 1,1 0,-1 0,1 1,0 0,0 1,0 1,-14 7,-11 10,1 0,1 3,1 0,-36 38,51-46,0 0,1 1,1 1,-17 27,27-35,11-14,17-21,15-22,-2 0,-2-3,-3-1,-1-1,-3-1,-2-1,-3-2,17-60,-34 97,-1 0,2-29,-5 42,-1-1,0 0,0 0,-1 0,0 0,0 1,0-1,-1 0,1 1,-1-1,-3-5,4 9,0 0,0 1,0-1,-1 0,1 1,0-1,0 1,-1-1,1 1,-1 0,0 0,1 0,-1 0,0 0,1 0,-1 0,0 0,0 0,0 1,0-1,0 1,0 0,0-1,0 1,0 0,-3 1,-1 0,1 0,-1 1,1-1,0 1,-1 1,1-1,0 1,1 0,-8 5,-11 11,1 0,1 1,-31 38,-54 83,-131 234,193-292,3 1,-52 161,87-222,0-1,1 1,2-1,0 1,1 1,2-1,0 0,4 29,-3-44,1 0,0 0,0 0,0-1,1 1,0-1,1 0,-1 0,1 0,1 0,-1 0,1-1,0 0,1 0,-1-1,1 1,1-1,-1 0,0-1,1 1,0-1,0-1,1 1,-1-1,1-1,11 4,-6-4,1 0,-1 0,0-1,1-1,-1 0,1-1,-1 0,1-1,14-4,-6-1,-1 0,-1-1,1-1,-1-1,19-13,-1-3,-1-2,-1-2,-1-1,51-60,5-30,-62 80,2 1,46-46,-67 78,1 0,-1 1,1 0,1 1,-1 0,1 0,0 2,0-1,1 2,-1-1,20-1,35-12,-25 4,-2-3,1-1,-2-3,0 0,36-28,-49 30,-1-2,-1 0,-1-2,0 0,-2-2,-1 0,30-47,-44 61,-1 0,0 0,0 0,-1 0,-1-1,0 1,0-1,-1 0,0 0,-1 0,-1 0,1 0,-3-16,0 18,0 0,0 1,-1-1,0 1,0 0,-1 0,0 0,0 0,-1 1,0-1,-1 1,0 1,0-1,0 1,0 0,-1 0,-9-5,9 6,0 1,0 0,-1 0,1 1,-1 0,0 0,0 1,0 0,0 0,0 1,0 0,-1 1,1-1,0 2,0-1,0 1,-1 0,1 1,0 0,0 0,0 1,1 0,-1 0,1 1,0 0,-11 7,1 1,1 0,0 2,1 0,0 0,1 1,1 1,1 1,0 0,-15 28,-2 16,6-8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42.46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43.0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43.62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44.0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7:46.2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632 509,'1'4,"1"0,0-1,0 1,0 0,1-1,-1 1,1-1,0 0,0 0,0 0,0 0,1 0,-1-1,5 3,3 4,25 22,1-2,2-1,53 28,-69-44,1-1,-1-1,2-2,-1 0,1-2,0 0,44 3,-64-9,0 1,0-1,0 0,1 0,-1-1,0 0,0 0,0 0,0 0,0-1,0 0,-1 0,1 0,0-1,-1 1,0-1,1 0,-1 0,5-6,-7 6,1-1,-1 0,0 1,0-1,-1 0,1 0,-1-1,0 1,0 0,0 0,0 0,-1-1,1 1,-1 0,-1-1,1 1,0 0,-1-1,0 1,0 0,0 0,-1 0,-2-6,-2-2,1 1,-2 0,0 0,0 0,-1 1,0 0,-1 0,0 1,-1 1,1-1,-2 1,1 1,-15-8,-7-2,-1 1,0 2,-51-14,58 21,1 1,-1 1,-43-2,55 6,0 1,0 0,-1 1,1 1,0 0,0 1,0 1,-16 6,29-10,0 1,0-1,0 0,0 1,0-1,0 1,0 0,0-1,0 1,0 0,0 0,0 0,0 0,0-1,1 1,-1 0,0 0,0 2,1-2,0-1,0 1,0-1,0 1,0-1,0 1,1-1,-1 1,0-1,0 1,1-1,-1 1,0-1,1 1,-1-1,0 1,1-1,-1 0,1 1,-1-1,1 0,-1 1,1-1,-1 0,1 0,0 1,2 0,1 1,-1-1,1 0,-1 0,1-1,0 1,-1-1,1 1,0-1,6-1,-6 0,0-1,-1 1,1-1,-1 0,0 0,1 0,-1 0,0-1,0 1,0-1,-1 0,1 0,-1 0,1 0,-1 0,0-1,0 1,-1 0,1-1,-1 0,1 1,-1-1,0 0,-1 0,1 0,-1 1,1-8,0 1,-1-1,0 1,0-1,-1 1,0 0,-1-1,0 1,-1 0,-5-14,0 10,-1 0,0 0,0 1,-2 0,0 0,0 2,-1-1,-18-13,2 5,0 0,-61-29,78 43,0 1,-1 0,0 1,0 1,0 0,0 0,0 1,-1 1,1 0,-1 1,1 0,-1 1,1 0,-25 6,24-3,1 1,-1 1,1 0,0 0,1 1,-1 1,1 0,1 1,0 0,0 0,0 1,1 0,-11 17,7-7,0 0,2 0,0 2,1-1,-12 44,18-54,1 1,1 0,0 0,0 1,1-1,1 0,0 0,1 1,0-1,1 0,0 0,1 0,4 12,-5-19,1 0,0-1,0 1,0-1,0 0,1 1,-1-1,1-1,0 1,0-1,1 1,-1-1,1 0,-1-1,1 1,0-1,0 0,0 0,0 0,10 1,7 0,0 0,0-2,39-2,-41 1,-5 0,0-1,-1-1,1 0,23-7,-34 8,1-1,-1 1,0-1,0 0,1-1,-1 1,-1-1,1 1,0-1,-1 0,1 0,-1-1,0 1,0-1,0 0,-1 0,1 0,1-5,-1-2,-10 32,6-18,1 1,0-1,0 1,0 0,0-1,1 1,-1-1,1 1,0-1,0 1,0-1,0 1,1-1,0 0,-1 0,1 0,0 0,5 5,-2-3,0-1,0 0,1 0,-1 0,1 0,0-1,0 0,0-1,12 5,-6-4,-1 0,1-1,0 0,0-1,0 0,-1-1,1 0,0-1,0-1,0 1,18-6,15-16,-31 15,1 0,0 1,24-7,-36 13,0 0,0 0,0 0,0 1,1 0,-1-1,0 1,0 0,0 1,1-1,-1 0,0 1,0 0,0 0,0 0,0 0,0 0,0 1,0-1,0 1,-1 0,1 0,2 2,-3-2,0 0,-1 0,1 0,-1 0,0 1,1-1,-1 0,0 1,0-1,0 0,-1 1,1-1,-1 1,1 0,-1-1,0 1,0-1,0 1,0 0,0-1,-1 1,1-1,-1 1,0-1,1 1,-3 2,-2 7,-1 1,-1-1,-16 21,10-15,-31 50,-61 128,84-148,2 1,2 1,-19 89,34-126,0 0,1 0,0 0,2 15,-1-26,0-1,0 1,0 0,0-1,0 1,0 0,1-1,-1 1,0 0,1-1,0 1,-1-1,1 1,0-1,0 1,0-1,0 0,0 1,0-1,0 0,0 0,0 0,1 1,-1-1,0-1,1 1,-1 0,1 0,-1 0,1-1,-1 1,1-1,0 1,-1-1,1 0,0 0,-1 1,1-1,0 0,-1-1,4 1,1-2,-1 0,0 1,0-2,0 1,0-1,0 0,-1 0,1 0,-1 0,0-1,5-5,43-54,-23 22,-3-2,-1-1,-2-1,-2-1,23-78,-24 56,-3-1,-4-1,8-101,-20 152,1 1,-2-1,-1 0,0 1,-2-1,0 1,0-1,-12-29,14 45,0 0,0 1,0-1,-1 1,1 0,-1-1,1 1,-1 0,0 0,0 0,0 0,0 0,0 0,0 1,-1-1,1 1,0-1,-1 1,1 0,-1 0,0 0,1 0,-1 1,0-1,0 1,1 0,-1-1,0 1,0 0,1 1,-1-1,0 0,0 1,1 0,-4 1,-8 3,1 1,0 0,1 1,0 1,-17 13,11-9,13-7,13-9,16-16,-23 19,0 0,-1 0,1 0,0 0,-1 0,1 0,-1 0,1 0,-1 0,1 0,-1-1,0 1,0 0,1 0,-1 0,0-1,0 1,0 0,-1 0,1 0,0-1,0 1,-1 0,1 0,0 0,-1 0,1-1,-1 1,0 0,1 0,-1 0,0 0,1 0,-1 1,0-1,0 0,-2-1,1 1,-1 0,1 0,-1 0,1 1,-1-1,1 1,-1-1,0 1,1 0,-1 0,0 0,1 0,-1 1,0-1,1 1,-1 0,1-1,-4 3,-10 4,1 1,1 1,-1 0,2 1,-1 0,-21 22,-64 80,95-107,-73 93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29:40.9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1,'7'0,"0"1,0 0,0 1,0 0,13 4,19 7,548 81,5-42,-168-17,-247-13,-171-22,0 1,0 0,0 0,0 1,0 0,0 0,-1 0,1 1,8 5,-14-8,0 0,0 1,0-1,0 1,0-1,0 0,0 1,0-1,0 0,0 1,0-1,0 1,0-1,0 0,0 1,0-1,0 0,0 1,0-1,-1 0,1 1,0-1,0 0,0 1,-1-1,1 0,0 1,0-1,-1 0,1 0,0 1,-1-1,1 0,0 0,-1 0,1 1,0-1,-1 0,1 0,0 0,-1 0,-41 14,-78 7,-240 11,224-25,-458 43,565-49,0-2,0 0,-1-2,2-2,-1 0,-54-19,9-5,-82-44,149 69,-36-18,-52-37,46 23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42:20.88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513 533,'68'0,"436"-12,-411 4,0-4,0-4,118-37,-117 22,95-46,-149 59,-2-3,0-1,-2-1,61-52,-91 70,-1 1,-1-1,1 0,-1 0,1-1,-1 1,-1-1,5-9,-7 13,-1 1,0 0,1 0,-1 0,0 0,0-1,0 1,0 0,0 0,0 0,0 0,0-1,-1 1,1 0,0 0,-1 0,1 0,-1 0,0-2,-1 1,0 0,1 1,-1-1,0 1,0-1,0 1,0 0,0 0,0 0,0 0,0 0,-1 0,-3 0,-12-3,0 2,-1 0,1 1,-1 1,0 1,1 0,0 2,-1 0,-17 5,-12 5,1 2,-55 26,85-32,1 0,0 0,0 2,1 0,0 1,1 0,-23 26,36-36,-1 0,0 0,0-1,1 1,-1-1,-1 0,1 1,0-1,0 0,0 0,0 0,-1-1,1 1,0 0,-1-1,1 0,-3 1,-44-10,38 6,-319-97,-56-15,323 100,-1 3,-1 3,1 3,-73 2,116 5,0 0,0 1,0 2,0 0,1 1,-1 1,1 1,-21 10,31-12,0 1,0 1,1-1,-1 2,2-1,-1 1,1 0,0 1,1 0,0 0,0 1,1 0,0 0,1 0,-7 19,7-17,1 0,0 0,1 1,0-1,1 1,1 0,0 0,1 0,1 16,0-22,1 0,0 0,0 0,1-1,-1 1,2 0,-1-1,1 0,0 0,0 0,0 0,1-1,0 1,0-1,1 0,-1-1,1 0,8 5,12 7,1-2,1-1,0-1,1-2,0 0,1-2,38 5,223 14,-161-19,-97-6,0 2,0 1,0 1,-1 2,0 1,58 25,211 135,-75-39,-26-28,-10-10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2:42:22.87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2743 864,'30'-6,"-26"5,-1 0,0 0,1 0,-1 0,1 1,-1-1,1 1,-1 0,1 0,-1 1,1-1,-1 1,7 1,41 9,2-1,-1-3,1-3,91-3,219-35,-340 31,777-121,-547 70,272-96,-497 141,11-4,0-1,-1-2,49-27,-86 42,1 0,-1 0,0 0,1 0,-1 0,0 0,0 0,0 0,0 0,0 0,0-1,0 1,0 0,1-3,-2 3,0 1,0-1,0 1,0-1,-1 1,1-1,0 1,0-1,0 1,0-1,0 1,-1-1,1 1,0-1,0 1,-1-1,1 1,0-1,-1 1,1 0,-1-1,1 1,0-1,-1 1,1 0,-1 0,0-1,-7-3,0 1,-1 1,1-1,-14-1,14 2,-361-51,-22 24,141 13,-924-115,-208-14,1066 140,309 6,-48 6,53-7,1 0,-1 1,0-1,1 1,-1-1,1 1,-1 0,1-1,-1 1,1 0,-1 0,1 0,0 0,0 0,-1 1,1-1,0 0,0 0,0 1,0-1,1 1,-1-1,-1 3,2-3,0 1,0-1,0 1,1-1,-1 0,0 1,1-1,-1 1,1-1,-1 0,1 0,-1 1,1-1,0 0,0 0,0 0,0 0,-1 0,2 0,-1 0,0 0,2 1,16 13,0-2,2 0,-1-1,2-1,0-1,34 10,56 18,2-5,1-6,174 20,-131-32,0-8,179-14,-223-5,-111 12,-1-1,1 1,0 0,-1-1,1 0,-1 0,1 0,-1 0,0 0,1 0,-1 0,0-1,0 1,0-1,0 0,0 1,2-3,-4 3,0 0,0 1,0-1,0 0,0 0,0 1,0-1,0 0,0 1,0-1,0 0,-1 1,1-1,0 0,0 1,-1-1,1 0,0 1,-1-1,1 1,-1-1,1 0,-1 0,-26-20,-20-1,-1 1,0 2,-2 3,-93-19,-373-44,-14 43,-116 22,476 20,-296 49,437-51,0 2,0 1,1 1,0 1,0 2,-49 26,74-36,0 1,0 0,1-1,-1 1,1 0,0 0,-1 1,1-1,0 0,0 1,0-1,1 1,-1 0,1 0,-1-1,1 1,-2 6,4-6,-1 0,0 0,1 0,0 0,-1 0,1 0,0 0,1 0,-1 0,0 0,1 0,0-1,0 1,0-1,0 1,0-1,0 0,5 4,9 8,1 0,0-2,1 0,0-1,33 15,118 38,116 18,81 12,-319-82,1307 290,26-142,-1288-152,294 17,-292-24,0-3,99-17,-155 13,40-12,-72 17,1-1,-1 0,0 0,0 0,-1-1,1 0,0 0,-1-1,0 1,0-1,0 0,0 0,6-9,-10 12,-1 0,1 0,-1 0,0-1,1 1,-1 0,0-1,0 1,0 0,0 0,0-1,0 1,0 0,0-1,0 1,-1 0,1 0,-1-1,1 1,-1 0,1 0,-1 0,0 0,1 0,-1 0,0 0,0 0,0 0,0 0,0 0,0 0,0 0,0 1,-2-2,-7-4,0 0,-1 0,1 1,-1 0,0 1,-17-4,-77-13,-198-28,265 39,38 10,-1 0,1 0,0 0,0-1,-1 1,1 0,0 0,-1 0,1 0,0 0,0 0,-1-1,1 1,0 0,0 0,-1 0,1-1,0 1,0 0,0 0,0-1,-1 1,1 0,0 0,0-1,0 1,0 0,0 0,0-1,0 1,0 0,-1-1,1 1,0 0,0-1,0 1,1 0,-1-1,0 1,0 0,0 0,0-1,0 1,0 0,0 0,0-1,1 1,-1 0,0-1,0 1,0 0,1 0,-1 0,0-1,0 1,0 0,1 0,9-6,0 1,1 1,0 0,-1 0,1 1,1 0,16-1,-12 1,48-10,1 3,0 2,1 4,0 2,-1 3,1 3,99 19,126 58,78 17,-303-88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3:00:29.4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1721 580,'4'-1,"1"1,-1 1,0-1,0 0,1 1,-1 0,0 0,0 0,0 1,0-1,0 1,0 0,-1 0,1 0,-1 1,1-1,-1 1,0 0,0 0,0 0,0 0,-1 1,1-1,-1 1,0-1,2 5,-4-8,0 0,0 1,1-1,-1 0,0 0,0 1,0-1,0 0,0 1,0-1,0 0,0 0,0 1,0-1,0 0,-1 1,1-1,0 0,0 0,0 1,0-1,0 0,0 0,-1 1,1-1,0 0,0 0,0 0,-1 1,1-1,0 0,0 0,-1 0,1 0,0 0,0 1,-1-1,1 0,0 0,0 0,-1 0,1 0,0 0,-1 0,1 0,0 0,0 0,-1 0,1 0,0 0,0 0,-1 0,1 0,0-1,-1 1,1 0,0 0,-30-4,20 2,-718-47,723 49,-297 1,251 2,1 2,0 2,-87 24,91-11,46-20,-1 0,1 1,-1-1,1 0,-1 0,1 1,-1-1,1 0,-1 1,1-1,-1 0,1 1,-1-1,1 0,0 1,-1-1,1 1,0-1,0 1,-1-1,1 1,0-1,0 1,0-1,-1 1,1-1,0 1,0 0,0-1,0 1,0-1,0 1,0-1,0 1,0 0,1-1,-1 1,0-1,0 2,24 8,5-5,0-1,0-2,30-1,-20-1,1247 2,-768-6,-479 3,-62-3,-12-1,-826-182,692 147,143 34,-713-197,707 192,17 8,0-2,0 0,0-1,1-1,0 0,0 0,1-2,0 0,-13-11,25 19,0 0,0 0,0 0,0 0,0 0,0 0,0 0,0 0,0 0,1 0,-1-1,1 1,-1 0,1-1,-1 1,1 0,0-1,-1 1,1-1,0 1,0 0,0-1,0 1,0-1,1 1,-1 0,0-1,1 1,-1 0,0-1,1 1,0 0,-1 0,1-1,0 1,0 0,0 0,-1 0,1 0,0 0,1 0,-1 0,0 0,1 0,5-3,0 0,0 0,0 1,0 1,0-1,12-2,19-2,1 2,70-1,-87 4,-32-3,-43-7,51 12,-108-18,-2 4,-137 1,249 13,-77 4,73-4,0 0,0 0,0 1,0 0,0 0,0 0,0 0,0 1,1 0,-1-1,0 1,1 1,-5 2,8-4,-1-1,1 0,0 1,0-1,0 1,-1-1,1 0,0 1,0-1,0 1,0-1,0 1,0-1,0 1,0-1,0 1,0-1,0 1,0-1,0 0,0 1,0-1,0 1,0-1,1 1,-1-1,0 1,17 15,9-3,1-1,0 0,0-3,1 0,33 6,-20-5,64 18,697 169,-737-186,1-2,0-3,89-3,183-29,-254 17,35-4,0-4,-1-6,119-39,-190 47,0 3,1 2,74-7,-92 14,0-1,43-12,-26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3:00:44.8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3:05:34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63,'0'-2,"0"-1,0 1,1 0,-1 0,1 0,-1-1,1 1,-1 0,1 0,0 0,0 0,0 0,0 0,1 0,-1 0,0 1,1-1,-1 0,1 1,3-3,-1 1,0 1,1 0,-1 0,1 0,-1 1,1-1,-1 1,1 0,7 0,6 0,0 1,0 0,0 2,21 3,120 19,176 3,161-21,-328-6,567-2,-678 2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3:05:35.55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0,'13'1,"-1"1,0 0,0 1,0 0,0 0,15 8,14 4,26 7,168 44,1142 152,-1051-180,675 67,-662-92,-265-15,-1-3,107-22,-105 6,-24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4T23:07:33.0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63,'0'-13,"0"-11,0-2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A5729-CFC5-8068-3C9F-4A63106E1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F82472-6699-6425-7774-40934EFCA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CA1161-8FE0-38D5-BEC0-1DEF95381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699EF-106F-158A-B80E-D646CE3F7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22CCB9-B55D-BE19-4800-B22A43A4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39487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0CB10-54A0-FBE4-0D78-C5371FDD2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74DD73-CF17-6B30-11D2-F2711FE6A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17FAB2-DC59-3235-A144-A378E59E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A5B2FE-1655-D171-CD40-1E00E26D9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1550D0-5480-37B3-45B1-549192599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9081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C7EF4-0E55-8C46-C037-7441AA09A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4EB3FE-4B9F-6801-AAD1-558662ADF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299D54-6165-D2F4-BBCA-FCA0E9183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F0DC5D-0F9F-A181-C54C-F2D404F5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3EEA0C-0AC7-6F0F-F199-6066732DF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9226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B613-0055-7B18-03B2-A2C81E9D8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C8D43B-180F-4B6A-772C-3E02032F2F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440EF5-2FAD-8A74-A1DF-D5DB6C512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EDE64D-A520-276E-896A-684E03E6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49C6FA-DAD1-4577-D427-0A2420427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CA7B6E-FF5A-ADDD-493E-5EB92BDA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377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85CD4E-BBFF-4DA7-480A-64D123736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3B0CBD-B3F5-95C7-AC9F-C6082F04C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EB1BC4-8866-0E0A-57A3-3FF6637B5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D185EF5-A538-9FB2-893E-12A28F5869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980BA1-7CA0-30A0-45A2-43D3BB01E7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D4199B-3BDF-9531-98E6-82E09489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61D344-A85A-2B75-94E3-49C5E246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CF2EEA-CB4F-A4D4-17AA-29F96B824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14691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5D0696-BA03-8208-741D-FE2B4B0BD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7B4C607-D78B-DF17-6D26-F0583CE9B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D35EBE-B448-67EB-B87C-E3BD48C08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09F9B4-9107-0CAB-C717-A0E02E44E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77019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A31B221-9D0E-0CAE-C3E1-A068BBFC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0568886-7822-2DDD-8557-F21761FC9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C997C8-5483-4D28-3B84-E4B9B1F36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06446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A9AFB3-EEE2-B182-D364-139BBFAB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97F621-28B9-8E7A-F6A2-89C469E35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BA54822-EA78-7CBF-30AB-F3297D9C2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1F86A7-656D-56A9-B1F3-2BAC93B63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37CCBB-3AD0-D2B0-FB32-E339D5994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A0812C-12D8-C79B-A0CD-882A1B7B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62493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046936-0976-89C5-B240-BB187A79B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88C893C-C5B6-2A95-7AB0-925453CFB5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B937D9-2453-E7EA-FD03-A7C1DC353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7AC471-EF01-00DE-6CBA-2C4BC5DB4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9E92FD1-C47B-DA5A-0446-FAFACC14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0D1D67C-A43E-4B9A-AF34-C46E6C59E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196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0916A-3549-7B3A-AC29-4CE17FE7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EEC97-3E59-6128-09C3-C9A9DACF6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6D9998-7600-F96D-E069-93B2BCF1D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63F650-5C1A-5CE0-8D1C-743ECFE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428740-C51E-44D4-F946-B540B1D6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03745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3DF35E9-B9DE-3492-DB72-2BBE7018A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E51BDF9-9F14-68A3-60BA-B3F7B269A6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8225B3-FF69-A3C1-ADB3-154C15E9D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312C86-A8D7-0F86-413B-784585E3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953DA8-268A-4AFC-B8C7-B7B7250D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870005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A84A9B6-6DED-CB6E-06DA-CFC00625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D1CEF-795A-C292-FCD7-E90181C9F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F368B4-68AD-5CDE-630E-829FF9F7CD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D4704-9F6E-43D2-B3DF-484A4E6A9E7A}" type="datetimeFigureOut">
              <a:rPr lang="es-GT" smtClean="0"/>
              <a:t>24/03/2026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B4EA98F-BF64-EB22-1EC6-5B8D19619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E3EBAA-1F67-66BE-AA4F-8E6241713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8552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0.png"/><Relationship Id="rId11" Type="http://schemas.openxmlformats.org/officeDocument/2006/relationships/image" Target="../media/image22.png"/><Relationship Id="rId5" Type="http://schemas.openxmlformats.org/officeDocument/2006/relationships/customXml" Target="../ink/ink2.xml"/><Relationship Id="rId10" Type="http://schemas.openxmlformats.org/officeDocument/2006/relationships/image" Target="../media/image200.png"/><Relationship Id="rId4" Type="http://schemas.openxmlformats.org/officeDocument/2006/relationships/image" Target="../media/image170.png"/><Relationship Id="rId9" Type="http://schemas.openxmlformats.org/officeDocument/2006/relationships/customXml" Target="../ink/ink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customXml" Target="../ink/ink6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customXml" Target="../ink/ink9.xml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customXml" Target="../ink/ink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customXml" Target="../ink/ink13.xml"/><Relationship Id="rId7" Type="http://schemas.openxmlformats.org/officeDocument/2006/relationships/customXml" Target="../ink/ink15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customXml" Target="../ink/ink14.xml"/><Relationship Id="rId10" Type="http://schemas.openxmlformats.org/officeDocument/2006/relationships/image" Target="../media/image51.png"/><Relationship Id="rId4" Type="http://schemas.openxmlformats.org/officeDocument/2006/relationships/image" Target="../media/image49.png"/><Relationship Id="rId9" Type="http://schemas.openxmlformats.org/officeDocument/2006/relationships/customXml" Target="../ink/ink1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customXml" Target="../ink/ink23.xml"/><Relationship Id="rId18" Type="http://schemas.openxmlformats.org/officeDocument/2006/relationships/image" Target="../media/image61.png"/><Relationship Id="rId3" Type="http://schemas.openxmlformats.org/officeDocument/2006/relationships/image" Target="../media/image45.png"/><Relationship Id="rId21" Type="http://schemas.openxmlformats.org/officeDocument/2006/relationships/customXml" Target="../ink/ink27.xml"/><Relationship Id="rId7" Type="http://schemas.openxmlformats.org/officeDocument/2006/relationships/customXml" Target="../ink/ink20.xml"/><Relationship Id="rId12" Type="http://schemas.openxmlformats.org/officeDocument/2006/relationships/image" Target="../media/image58.png"/><Relationship Id="rId17" Type="http://schemas.openxmlformats.org/officeDocument/2006/relationships/customXml" Target="../ink/ink25.xml"/><Relationship Id="rId2" Type="http://schemas.openxmlformats.org/officeDocument/2006/relationships/customXml" Target="../ink/ink18.xml"/><Relationship Id="rId16" Type="http://schemas.openxmlformats.org/officeDocument/2006/relationships/image" Target="../media/image60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11" Type="http://schemas.openxmlformats.org/officeDocument/2006/relationships/customXml" Target="../ink/ink22.xml"/><Relationship Id="rId5" Type="http://schemas.openxmlformats.org/officeDocument/2006/relationships/customXml" Target="../ink/ink19.xml"/><Relationship Id="rId15" Type="http://schemas.openxmlformats.org/officeDocument/2006/relationships/customXml" Target="../ink/ink24.xml"/><Relationship Id="rId10" Type="http://schemas.openxmlformats.org/officeDocument/2006/relationships/image" Target="../media/image57.png"/><Relationship Id="rId19" Type="http://schemas.openxmlformats.org/officeDocument/2006/relationships/customXml" Target="../ink/ink26.xml"/><Relationship Id="rId4" Type="http://schemas.openxmlformats.org/officeDocument/2006/relationships/image" Target="../media/image54.png"/><Relationship Id="rId9" Type="http://schemas.openxmlformats.org/officeDocument/2006/relationships/customXml" Target="../ink/ink21.xml"/><Relationship Id="rId14" Type="http://schemas.openxmlformats.org/officeDocument/2006/relationships/image" Target="../media/image59.png"/><Relationship Id="rId22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2.xml"/><Relationship Id="rId3" Type="http://schemas.openxmlformats.org/officeDocument/2006/relationships/customXml" Target="../ink/ink28.xml"/><Relationship Id="rId7" Type="http://schemas.openxmlformats.org/officeDocument/2006/relationships/customXml" Target="../ink/ink31.xml"/><Relationship Id="rId12" Type="http://schemas.openxmlformats.org/officeDocument/2006/relationships/image" Target="../media/image6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30.xml"/><Relationship Id="rId11" Type="http://schemas.openxmlformats.org/officeDocument/2006/relationships/image" Target="../media/image65.png"/><Relationship Id="rId5" Type="http://schemas.openxmlformats.org/officeDocument/2006/relationships/customXml" Target="../ink/ink29.xml"/><Relationship Id="rId10" Type="http://schemas.openxmlformats.org/officeDocument/2006/relationships/customXml" Target="../ink/ink33.xml"/><Relationship Id="rId4" Type="http://schemas.openxmlformats.org/officeDocument/2006/relationships/image" Target="../media/image45.png"/><Relationship Id="rId9" Type="http://schemas.openxmlformats.org/officeDocument/2006/relationships/image" Target="../media/image6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7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.png"/><Relationship Id="rId5" Type="http://schemas.openxmlformats.org/officeDocument/2006/relationships/customXml" Target="../ink/ink35.xml"/><Relationship Id="rId4" Type="http://schemas.openxmlformats.org/officeDocument/2006/relationships/image" Target="../media/image7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6.xm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customXml" Target="../ink/ink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8.xm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6.png"/><Relationship Id="rId5" Type="http://schemas.openxmlformats.org/officeDocument/2006/relationships/customXml" Target="../ink/ink39.xml"/><Relationship Id="rId4" Type="http://schemas.openxmlformats.org/officeDocument/2006/relationships/image" Target="../media/image8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customXml" Target="../ink/ink4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8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F1CB7A4-A88F-7318-EA50-BF7CD4013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FBCF65F-50E1-B05A-E8D3-531894FB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672" y="754703"/>
            <a:ext cx="7765275" cy="534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1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EF16D-7B6D-A84D-9227-E715EC21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5AB89F-9163-4440-7C90-B6F89074E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7" y="365125"/>
            <a:ext cx="9522557" cy="557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75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366C7-D179-5221-6770-79302B1D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66D153-0890-54C6-9654-1928AB7FF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864" y="1609471"/>
            <a:ext cx="6430272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447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77C2F-C7F5-A2F9-0249-00976EF0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F98DA0-C4EC-165C-D280-EB5F5C776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338" y="1028365"/>
            <a:ext cx="5725324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12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654F67-85D5-AB87-9AC9-87C0785E5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C2AFCEC-6DD1-FD0B-F383-F2F3C94E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811" y="980733"/>
            <a:ext cx="5744377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98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44538-6444-3897-F437-4DB67D264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872E39-F7D8-E47A-BCA1-4113EF2C6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1976235"/>
            <a:ext cx="4296375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711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F5E1D0-F38F-F02F-3364-2D512151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0CD313-7D2E-4BBD-91CF-60129F0DD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64" y="1004549"/>
            <a:ext cx="5887272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50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85A14-3422-20D5-994D-1F105F337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849F07-6CBF-FE12-758E-E905A6712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4626" y="1090286"/>
            <a:ext cx="6782747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8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BAB4E-C87C-D847-AF5D-79F6C4CE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2122BF-82A1-A161-CB54-03F21428D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11" y="1399892"/>
            <a:ext cx="6106377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0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A28A8-68E0-7D32-B5E1-82B32688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8ED6A6-6603-0BD4-548F-8F2E34717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417" y="875943"/>
            <a:ext cx="5849166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1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CC0AD-7ACB-7F52-F6AC-BF18CD383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E8DB98E-ADFB-B8D4-DAC0-B80A75A0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169" y="276396"/>
            <a:ext cx="7684080" cy="630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899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2D90E-70C7-C23F-CEC5-47FAF4F2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NOTAS BLOQUE </a:t>
            </a:r>
          </a:p>
        </p:txBody>
      </p:sp>
    </p:spTree>
    <p:extLst>
      <p:ext uri="{BB962C8B-B14F-4D97-AF65-F5344CB8AC3E}">
        <p14:creationId xmlns:p14="http://schemas.microsoft.com/office/powerpoint/2010/main" val="2817463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6137-7CEC-0EC9-B065-BB7D65E6C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0C0DC6-34DE-22EB-F601-93068ABC3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363" y="880707"/>
            <a:ext cx="6611273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70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14D9D-8541-B087-B3B7-20C0209DF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1BADED-6699-7F71-7959-6BD23DE6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627" y="928338"/>
            <a:ext cx="6058746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697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4E29D-AFD1-3729-7904-D153272F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D23BCE-1A39-0BDA-DA45-2267F0F8E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177" y="1337970"/>
            <a:ext cx="9821646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26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01761-87A8-35A1-F4DB-DCFABB186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099C80A-13C5-393D-6FB1-D1FD73329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942" y="2366814"/>
            <a:ext cx="6554115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86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E05D1-5A22-0915-AAFB-DD7798094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F6A798-2812-8771-31F0-C40FB7646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73" y="1304628"/>
            <a:ext cx="8268854" cy="4248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231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58C24-BE77-0FE1-32A5-1226A79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Doble </a:t>
            </a:r>
            <a:r>
              <a:rPr lang="es-GT" dirty="0" err="1"/>
              <a:t>click</a:t>
            </a:r>
            <a:r>
              <a:rPr lang="es-GT" dirty="0"/>
              <a:t>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53F7F9-76FE-698C-52A1-CBBE85C91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405" y="1891658"/>
            <a:ext cx="6392167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810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58586-FFC8-7795-5639-131BA14D7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Ok, en comedores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7B29DF-B3D6-BF4F-45EA-1F1480BDC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59036"/>
            <a:ext cx="10818055" cy="542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114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F4C04-7E68-1AC8-EEFA-5009FA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 err="1"/>
              <a:t>Hbilitar</a:t>
            </a:r>
            <a:r>
              <a:rPr lang="es-GT" dirty="0"/>
              <a:t> </a:t>
            </a:r>
            <a:r>
              <a:rPr lang="es-GT" dirty="0" err="1"/>
              <a:t>visiviliti</a:t>
            </a:r>
            <a:r>
              <a:rPr lang="es-GT" dirty="0"/>
              <a:t>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EE4AA0A-BBBC-AB80-A3FF-CE054DFB7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996" y="1508102"/>
            <a:ext cx="10421804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335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789727-1C8D-4F0A-EEBB-12C4FCB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02668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C6C9D70-E596-0D80-AF5A-8A0CBA066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D406EC-9E93-E72E-2C77-A64E152E8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731" y="971207"/>
            <a:ext cx="7430537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0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F7C3F-C33D-C37D-9DED-704CBE1D0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3A9B55-0C90-6CB2-60D9-865DB43E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42" y="971207"/>
            <a:ext cx="7459116" cy="49155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3683741B-B837-66D2-4B9B-FEA7F7491394}"/>
                  </a:ext>
                </a:extLst>
              </p14:cNvPr>
              <p14:cNvContentPartPr/>
              <p14:nvPr/>
            </p14:nvContentPartPr>
            <p14:xfrm>
              <a:off x="6969688" y="2936873"/>
              <a:ext cx="2169000" cy="1980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3683741B-B837-66D2-4B9B-FEA7F74913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5688" y="2829233"/>
                <a:ext cx="2276640" cy="41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6F5ED1F-821B-C418-0A6E-7493F485347F}"/>
                  </a:ext>
                </a:extLst>
              </p14:cNvPr>
              <p14:cNvContentPartPr/>
              <p14:nvPr/>
            </p14:nvContentPartPr>
            <p14:xfrm>
              <a:off x="7268128" y="3423953"/>
              <a:ext cx="1380600" cy="14544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6F5ED1F-821B-C418-0A6E-7493F485347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14128" y="3315953"/>
                <a:ext cx="148824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7FDAD511-2D57-678A-F209-895B606A43D5}"/>
                  </a:ext>
                </a:extLst>
              </p14:cNvPr>
              <p14:cNvContentPartPr/>
              <p14:nvPr/>
            </p14:nvContentPartPr>
            <p14:xfrm>
              <a:off x="5336728" y="3741113"/>
              <a:ext cx="1823040" cy="2019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7FDAD511-2D57-678A-F209-895B606A43D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83088" y="3633473"/>
                <a:ext cx="193068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72E4F749-C98A-FCFE-0D93-8A5C002DD1B5}"/>
                  </a:ext>
                </a:extLst>
              </p14:cNvPr>
              <p14:cNvContentPartPr/>
              <p14:nvPr/>
            </p14:nvContentPartPr>
            <p14:xfrm>
              <a:off x="5196688" y="3323153"/>
              <a:ext cx="1539000" cy="3636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72E4F749-C98A-FCFE-0D93-8A5C002DD1B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2688" y="3215153"/>
                <a:ext cx="1646640" cy="2520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Imagen 9">
            <a:extLst>
              <a:ext uri="{FF2B5EF4-FFF2-40B4-BE49-F238E27FC236}">
                <a16:creationId xmlns:a16="http://schemas.microsoft.com/office/drawing/2014/main" id="{4D9E7F59-D377-C33C-EA94-A77653D57BC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8728" y="5342070"/>
            <a:ext cx="2753109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899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E0D1C-2158-9550-0944-E5A3BA1B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TODO EL DIBUJO SE SELECCIONA TODO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5E98E7-E2AA-4A34-000F-D56F8B529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680" y="1376076"/>
            <a:ext cx="5658640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0238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D98435-8C18-5BB0-4489-6E09C912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pasar a una capa de muebles 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6569C97-1CB9-BEED-31BB-C9927AEE5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331" y="1507808"/>
            <a:ext cx="347905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3065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2405AF-4A3B-6B18-A070-A735885D0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Tienen esa propiedad de adaptarse </a:t>
            </a:r>
          </a:p>
        </p:txBody>
      </p:sp>
    </p:spTree>
    <p:extLst>
      <p:ext uri="{BB962C8B-B14F-4D97-AF65-F5344CB8AC3E}">
        <p14:creationId xmlns:p14="http://schemas.microsoft.com/office/powerpoint/2010/main" val="35914438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B2766-7B95-4A59-61C8-5AB9D2A42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Array, multiplicar un objeto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2611827-2CE6-ADA1-BAC3-E69DF65FE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017" y="1470074"/>
            <a:ext cx="9476882" cy="4424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318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7832BE-7BE6-0BBE-CBB4-D786A28D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BFAC3D-4BAF-72F5-14C0-D01C6C72A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232" y="1295102"/>
            <a:ext cx="6887536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858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71DD81-FDD3-28F0-0772-026801F7F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DOBLE CLICK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4DDBCF-A885-1F76-75A0-DE72DC123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890" y="1476102"/>
            <a:ext cx="6592220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7561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2499D8-57F6-7E72-7A84-F03B6DA56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17D0022-ADDF-59EF-F229-1FA316690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38" y="1285979"/>
            <a:ext cx="11441724" cy="538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53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3B42A4-99BD-B8BA-4EF5-AB3859A29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72672C8-E48F-A66F-2675-649C0A866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469" y="685417"/>
            <a:ext cx="6173061" cy="54871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B84C731-754C-D808-0980-D96C719965B9}"/>
                  </a:ext>
                </a:extLst>
              </p14:cNvPr>
              <p14:cNvContentPartPr/>
              <p14:nvPr/>
            </p14:nvContentPartPr>
            <p14:xfrm>
              <a:off x="8216474" y="1406548"/>
              <a:ext cx="161640" cy="21528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B84C731-754C-D808-0980-D96C719965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62834" y="1298548"/>
                <a:ext cx="269280" cy="4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49FA81B-0E1D-FD9E-FA22-8731E680A189}"/>
                  </a:ext>
                </a:extLst>
              </p14:cNvPr>
              <p14:cNvContentPartPr/>
              <p14:nvPr/>
            </p14:nvContentPartPr>
            <p14:xfrm>
              <a:off x="5792234" y="1055188"/>
              <a:ext cx="3311280" cy="278460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49FA81B-0E1D-FD9E-FA22-8731E680A18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38234" y="947548"/>
                <a:ext cx="3418920" cy="300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9038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E8ADE-F49E-64D3-F97C-0AACD7D30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F2DF5D-B6F1-F0C2-C958-C0F521265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050" y="1885734"/>
            <a:ext cx="3943900" cy="308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31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9746D-2BCB-039B-F54D-7A286B85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1846FF-EBF7-3BC4-A02E-A346EAB3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97" y="1933366"/>
            <a:ext cx="3982006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1349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DF2C17-C762-028B-6410-8368E04F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VISIVILIDAD ASI COMO ESTA, HASTA QUE CAMBIENMOS A ACCION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30736DCD-368A-7FB6-0892-6113393ACC2F}"/>
                  </a:ext>
                </a:extLst>
              </p14:cNvPr>
              <p14:cNvContentPartPr/>
              <p14:nvPr/>
            </p14:nvContentPartPr>
            <p14:xfrm>
              <a:off x="1068674" y="4360348"/>
              <a:ext cx="360" cy="360"/>
            </p14:xfrm>
          </p:contentPart>
        </mc:Choice>
        <mc:Fallback xmlns=""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30736DCD-368A-7FB6-0892-6113393ACC2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5034" y="425270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Imagen 6">
            <a:extLst>
              <a:ext uri="{FF2B5EF4-FFF2-40B4-BE49-F238E27FC236}">
                <a16:creationId xmlns:a16="http://schemas.microsoft.com/office/drawing/2014/main" id="{FC01C55D-7B26-8903-F8C0-68BBF624B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1996" y="1580892"/>
            <a:ext cx="5068007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4039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24D82-22B6-19D4-19B5-80765E504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CCE510-0B6D-7A5A-6F41-61999E95B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759" y="1671392"/>
            <a:ext cx="5058481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5758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7BF8BF-5797-6802-AFE4-04A739784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DCF4E8C-4971-86D4-79A0-62A0990B8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364" y="1914313"/>
            <a:ext cx="6249272" cy="302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5195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AE76E-4CAA-D75C-3AFA-8F5D9CAF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E3F0E18-6074-2694-2C30-AE4BA4ACC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652" y="2171524"/>
            <a:ext cx="8392696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563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940584-3498-69B0-CEC8-102F8B311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43B7F44-91D8-E884-A9D1-611E428F3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255" y="1283802"/>
            <a:ext cx="10353489" cy="4863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95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BDF73-473A-A649-BC54-E74F3CA72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4DE340F-A4B5-EF72-D619-22A55DC3D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129" y="1027906"/>
            <a:ext cx="5925377" cy="421063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627EADAC-F30A-AE99-8AA3-4B4D4D8BDB4C}"/>
                  </a:ext>
                </a:extLst>
              </p14:cNvPr>
              <p14:cNvContentPartPr/>
              <p14:nvPr/>
            </p14:nvContentPartPr>
            <p14:xfrm>
              <a:off x="2360354" y="2305468"/>
              <a:ext cx="1244880" cy="2973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627EADAC-F30A-AE99-8AA3-4B4D4D8BDB4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714" y="2197468"/>
                <a:ext cx="1352520" cy="51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4016E31D-DB57-246F-1D7F-EFBF9C9B11A7}"/>
                  </a:ext>
                </a:extLst>
              </p14:cNvPr>
              <p14:cNvContentPartPr/>
              <p14:nvPr/>
            </p14:nvContentPartPr>
            <p14:xfrm>
              <a:off x="4496954" y="2249668"/>
              <a:ext cx="1186560" cy="29448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4016E31D-DB57-246F-1D7F-EFBF9C9B11A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42954" y="2142028"/>
                <a:ext cx="1294200" cy="51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777F210D-79E8-82D8-3B32-04EA222BAD6A}"/>
                  </a:ext>
                </a:extLst>
              </p14:cNvPr>
              <p14:cNvContentPartPr/>
              <p14:nvPr/>
            </p14:nvContentPartPr>
            <p14:xfrm>
              <a:off x="2532074" y="1651708"/>
              <a:ext cx="1098000" cy="203040"/>
            </p14:xfrm>
          </p:contentPart>
        </mc:Choice>
        <mc:Fallback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777F210D-79E8-82D8-3B32-04EA222BAD6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78074" y="1544068"/>
                <a:ext cx="120564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B6F5A35C-6963-FF2C-EDAB-56FD7748303B}"/>
                  </a:ext>
                </a:extLst>
              </p14:cNvPr>
              <p14:cNvContentPartPr/>
              <p14:nvPr/>
            </p14:nvContentPartPr>
            <p14:xfrm>
              <a:off x="9945554" y="5024548"/>
              <a:ext cx="6120" cy="11520"/>
            </p14:xfrm>
          </p:contentPart>
        </mc:Choice>
        <mc:Fallback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B6F5A35C-6963-FF2C-EDAB-56FD7748303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891554" y="4916908"/>
                <a:ext cx="113760" cy="22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817100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EAA3E2-AD38-D914-A39C-8CEA701F9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DOBLE CLICK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19606B00-8362-B43A-29E9-8058DE73F3C5}"/>
                  </a:ext>
                </a:extLst>
              </p14:cNvPr>
              <p14:cNvContentPartPr/>
              <p14:nvPr/>
            </p14:nvContentPartPr>
            <p14:xfrm>
              <a:off x="4529714" y="154694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19606B00-8362-B43A-29E9-8058DE73F3C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75714" y="143894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98737775-70E0-C60E-7D4D-B8B96AD0E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347" y="1286738"/>
            <a:ext cx="8191306" cy="5206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3526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27DFE3-82A7-40C9-7CA5-68D745E8E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 err="1"/>
              <a:t>Despues</a:t>
            </a:r>
            <a:r>
              <a:rPr lang="es-GT" dirty="0"/>
              <a:t> aparece esto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78E13FF-B566-A66A-6064-FD427297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88" y="1406769"/>
            <a:ext cx="8555629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350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433DA-0E97-72EE-092C-262AF39D0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Darle en line para poner una cota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A108F35-1010-CB82-6FF2-BFD38C055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402" y="1529760"/>
            <a:ext cx="9280552" cy="490229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629DB673-E8AC-DF8D-FA9F-60306CE2291D}"/>
                  </a:ext>
                </a:extLst>
              </p14:cNvPr>
              <p14:cNvContentPartPr/>
              <p14:nvPr/>
            </p14:nvContentPartPr>
            <p14:xfrm>
              <a:off x="1467194" y="1935028"/>
              <a:ext cx="1964520" cy="63180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629DB673-E8AC-DF8D-FA9F-60306CE2291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13554" y="1827388"/>
                <a:ext cx="2072160" cy="84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6C4569D6-767E-14CD-E1AA-3F9BE5BBDC02}"/>
                  </a:ext>
                </a:extLst>
              </p14:cNvPr>
              <p14:cNvContentPartPr/>
              <p14:nvPr/>
            </p14:nvContentPartPr>
            <p14:xfrm>
              <a:off x="4471394" y="3985948"/>
              <a:ext cx="6028560" cy="6138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6C4569D6-767E-14CD-E1AA-3F9BE5BBDC0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17394" y="3877948"/>
                <a:ext cx="6136200" cy="82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7775E3F-D528-296F-51C7-B290B2334965}"/>
                  </a:ext>
                </a:extLst>
              </p14:cNvPr>
              <p14:cNvContentPartPr/>
              <p14:nvPr/>
            </p14:nvContentPartPr>
            <p14:xfrm>
              <a:off x="6976994" y="3980908"/>
              <a:ext cx="360" cy="3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7775E3F-D528-296F-51C7-B290B23349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22994" y="387290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C7B1C77B-72E9-0296-5EA8-A5E0D4D65710}"/>
                  </a:ext>
                </a:extLst>
              </p14:cNvPr>
              <p14:cNvContentPartPr/>
              <p14:nvPr/>
            </p14:nvContentPartPr>
            <p14:xfrm>
              <a:off x="10241114" y="1794628"/>
              <a:ext cx="360" cy="612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C7B1C77B-72E9-0296-5EA8-A5E0D4D6571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187114" y="1686988"/>
                <a:ext cx="108000" cy="221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73593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EB94A-5B0A-1968-6513-BE3BDD297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252" y="2615956"/>
            <a:ext cx="4685714" cy="1325563"/>
          </a:xfrm>
        </p:spPr>
        <p:txBody>
          <a:bodyPr>
            <a:normAutofit fontScale="90000"/>
          </a:bodyPr>
          <a:lstStyle/>
          <a:p>
            <a:r>
              <a:rPr lang="es-GT" dirty="0" err="1"/>
              <a:t>Utlilizamos</a:t>
            </a:r>
            <a:r>
              <a:rPr lang="es-GT" dirty="0"/>
              <a:t> </a:t>
            </a:r>
            <a:r>
              <a:rPr lang="es-GT" dirty="0" err="1"/>
              <a:t>strech</a:t>
            </a:r>
            <a:r>
              <a:rPr lang="es-GT" dirty="0"/>
              <a:t> es un modificador regular, para </a:t>
            </a:r>
            <a:r>
              <a:rPr lang="es-GT" dirty="0" err="1"/>
              <a:t>asiganrle</a:t>
            </a:r>
            <a:r>
              <a:rPr lang="es-GT" dirty="0"/>
              <a:t> una acción a </a:t>
            </a:r>
            <a:r>
              <a:rPr lang="es-GT" dirty="0" err="1"/>
              <a:t>nuestta</a:t>
            </a:r>
            <a:r>
              <a:rPr lang="es-GT" dirty="0"/>
              <a:t> figura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10CA5BD-1FD2-2DB3-E1A7-05004BC09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34" y="571018"/>
            <a:ext cx="5447221" cy="474657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EC71C35-82A8-E6BD-45E0-BD6568F4C7FB}"/>
                  </a:ext>
                </a:extLst>
              </p14:cNvPr>
              <p14:cNvContentPartPr/>
              <p14:nvPr/>
            </p14:nvContentPartPr>
            <p14:xfrm>
              <a:off x="650714" y="1785988"/>
              <a:ext cx="2211120" cy="45972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EC71C35-82A8-E6BD-45E0-BD6568F4C7F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7074" y="1677988"/>
                <a:ext cx="2318760" cy="675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93874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0F99386B-C238-2853-3EF3-1F33F64DD897}"/>
                  </a:ext>
                </a:extLst>
              </p14:cNvPr>
              <p14:cNvContentPartPr/>
              <p14:nvPr/>
            </p14:nvContentPartPr>
            <p14:xfrm>
              <a:off x="1617314" y="436034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0F99386B-C238-2853-3EF3-1F33F64DD8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3674" y="425270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CC99193A-C938-023C-71A1-21D7942D26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5521" y="716971"/>
            <a:ext cx="8711875" cy="3343742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138C939-1A40-ED34-FD42-002C6F01BEE8}"/>
                  </a:ext>
                </a:extLst>
              </p14:cNvPr>
              <p14:cNvContentPartPr/>
              <p14:nvPr/>
            </p14:nvContentPartPr>
            <p14:xfrm>
              <a:off x="6864674" y="4382668"/>
              <a:ext cx="1485720" cy="12384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138C939-1A40-ED34-FD42-002C6F01BEE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11034" y="4274668"/>
                <a:ext cx="1593360" cy="3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5A8222C4-499A-2B8C-DCF6-337A788AD15D}"/>
                  </a:ext>
                </a:extLst>
              </p14:cNvPr>
              <p14:cNvContentPartPr/>
              <p14:nvPr/>
            </p14:nvContentPartPr>
            <p14:xfrm>
              <a:off x="10269194" y="5851828"/>
              <a:ext cx="360" cy="360"/>
            </p14:xfrm>
          </p:contentPart>
        </mc:Choice>
        <mc:Fallback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5A8222C4-499A-2B8C-DCF6-337A788AD1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15194" y="574418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B30E9BB4-092D-59BC-FCC6-FF579C5423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980" y="3637221"/>
            <a:ext cx="7638532" cy="285565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" name="Entrada de lápiz 16">
                <a:extLst>
                  <a:ext uri="{FF2B5EF4-FFF2-40B4-BE49-F238E27FC236}">
                    <a16:creationId xmlns:a16="http://schemas.microsoft.com/office/drawing/2014/main" id="{3F848234-4626-1FB4-EF2E-B2F978F706CA}"/>
                  </a:ext>
                </a:extLst>
              </p14:cNvPr>
              <p14:cNvContentPartPr/>
              <p14:nvPr/>
            </p14:nvContentPartPr>
            <p14:xfrm>
              <a:off x="1719554" y="1387828"/>
              <a:ext cx="1530000" cy="246600"/>
            </p14:xfrm>
          </p:contentPart>
        </mc:Choice>
        <mc:Fallback>
          <p:pic>
            <p:nvPicPr>
              <p:cNvPr id="17" name="Entrada de lápiz 16">
                <a:extLst>
                  <a:ext uri="{FF2B5EF4-FFF2-40B4-BE49-F238E27FC236}">
                    <a16:creationId xmlns:a16="http://schemas.microsoft.com/office/drawing/2014/main" id="{3F848234-4626-1FB4-EF2E-B2F978F706C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65914" y="1279828"/>
                <a:ext cx="1637640" cy="46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8" name="Entrada de lápiz 17">
                <a:extLst>
                  <a:ext uri="{FF2B5EF4-FFF2-40B4-BE49-F238E27FC236}">
                    <a16:creationId xmlns:a16="http://schemas.microsoft.com/office/drawing/2014/main" id="{9742B9CE-AA2E-87B7-9964-BB5CD30C8CD7}"/>
                  </a:ext>
                </a:extLst>
              </p14:cNvPr>
              <p14:cNvContentPartPr/>
              <p14:nvPr/>
            </p14:nvContentPartPr>
            <p14:xfrm>
              <a:off x="5908154" y="3187108"/>
              <a:ext cx="1114560" cy="118080"/>
            </p14:xfrm>
          </p:contentPart>
        </mc:Choice>
        <mc:Fallback>
          <p:pic>
            <p:nvPicPr>
              <p:cNvPr id="18" name="Entrada de lápiz 17">
                <a:extLst>
                  <a:ext uri="{FF2B5EF4-FFF2-40B4-BE49-F238E27FC236}">
                    <a16:creationId xmlns:a16="http://schemas.microsoft.com/office/drawing/2014/main" id="{9742B9CE-AA2E-87B7-9964-BB5CD30C8CD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54514" y="3079108"/>
                <a:ext cx="1222200" cy="33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1578C749-04BE-59DE-E139-39516D61E503}"/>
                  </a:ext>
                </a:extLst>
              </p14:cNvPr>
              <p14:cNvContentPartPr/>
              <p14:nvPr/>
            </p14:nvContentPartPr>
            <p14:xfrm>
              <a:off x="8693114" y="2755828"/>
              <a:ext cx="399600" cy="72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1578C749-04BE-59DE-E139-39516D61E50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639474" y="2648188"/>
                <a:ext cx="50724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0" name="Entrada de lápiz 19">
                <a:extLst>
                  <a:ext uri="{FF2B5EF4-FFF2-40B4-BE49-F238E27FC236}">
                    <a16:creationId xmlns:a16="http://schemas.microsoft.com/office/drawing/2014/main" id="{16CBF81E-2094-4348-39BE-8BACD5BF1804}"/>
                  </a:ext>
                </a:extLst>
              </p14:cNvPr>
              <p14:cNvContentPartPr/>
              <p14:nvPr/>
            </p14:nvContentPartPr>
            <p14:xfrm>
              <a:off x="8172554" y="1800388"/>
              <a:ext cx="1707120" cy="1680840"/>
            </p14:xfrm>
          </p:contentPart>
        </mc:Choice>
        <mc:Fallback>
          <p:pic>
            <p:nvPicPr>
              <p:cNvPr id="20" name="Entrada de lápiz 19">
                <a:extLst>
                  <a:ext uri="{FF2B5EF4-FFF2-40B4-BE49-F238E27FC236}">
                    <a16:creationId xmlns:a16="http://schemas.microsoft.com/office/drawing/2014/main" id="{16CBF81E-2094-4348-39BE-8BACD5BF180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118914" y="1692748"/>
                <a:ext cx="1814760" cy="18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1" name="Entrada de lápiz 20">
                <a:extLst>
                  <a:ext uri="{FF2B5EF4-FFF2-40B4-BE49-F238E27FC236}">
                    <a16:creationId xmlns:a16="http://schemas.microsoft.com/office/drawing/2014/main" id="{28A9B9F4-4CC8-7221-71EB-465C76330275}"/>
                  </a:ext>
                </a:extLst>
              </p14:cNvPr>
              <p14:cNvContentPartPr/>
              <p14:nvPr/>
            </p14:nvContentPartPr>
            <p14:xfrm>
              <a:off x="9298274" y="3685348"/>
              <a:ext cx="36720" cy="97920"/>
            </p14:xfrm>
          </p:contentPart>
        </mc:Choice>
        <mc:Fallback>
          <p:pic>
            <p:nvPicPr>
              <p:cNvPr id="21" name="Entrada de lápiz 20">
                <a:extLst>
                  <a:ext uri="{FF2B5EF4-FFF2-40B4-BE49-F238E27FC236}">
                    <a16:creationId xmlns:a16="http://schemas.microsoft.com/office/drawing/2014/main" id="{28A9B9F4-4CC8-7221-71EB-465C76330275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9244634" y="3577348"/>
                <a:ext cx="144360" cy="3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2" name="Entrada de lápiz 21">
                <a:extLst>
                  <a:ext uri="{FF2B5EF4-FFF2-40B4-BE49-F238E27FC236}">
                    <a16:creationId xmlns:a16="http://schemas.microsoft.com/office/drawing/2014/main" id="{0903B0C8-2916-D420-B50F-7BD3C5A3F66A}"/>
                  </a:ext>
                </a:extLst>
              </p14:cNvPr>
              <p14:cNvContentPartPr/>
              <p14:nvPr/>
            </p14:nvContentPartPr>
            <p14:xfrm>
              <a:off x="9206114" y="3633508"/>
              <a:ext cx="162720" cy="92520"/>
            </p14:xfrm>
          </p:contentPart>
        </mc:Choice>
        <mc:Fallback>
          <p:pic>
            <p:nvPicPr>
              <p:cNvPr id="22" name="Entrada de lápiz 21">
                <a:extLst>
                  <a:ext uri="{FF2B5EF4-FFF2-40B4-BE49-F238E27FC236}">
                    <a16:creationId xmlns:a16="http://schemas.microsoft.com/office/drawing/2014/main" id="{0903B0C8-2916-D420-B50F-7BD3C5A3F66A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152474" y="3525508"/>
                <a:ext cx="27036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3" name="Entrada de lápiz 22">
                <a:extLst>
                  <a:ext uri="{FF2B5EF4-FFF2-40B4-BE49-F238E27FC236}">
                    <a16:creationId xmlns:a16="http://schemas.microsoft.com/office/drawing/2014/main" id="{83A56E1E-BF70-571D-2E8D-48A68F457B85}"/>
                  </a:ext>
                </a:extLst>
              </p14:cNvPr>
              <p14:cNvContentPartPr/>
              <p14:nvPr/>
            </p14:nvContentPartPr>
            <p14:xfrm>
              <a:off x="8799314" y="3427948"/>
              <a:ext cx="595440" cy="530280"/>
            </p14:xfrm>
          </p:contentPart>
        </mc:Choice>
        <mc:Fallback>
          <p:pic>
            <p:nvPicPr>
              <p:cNvPr id="23" name="Entrada de lápiz 22">
                <a:extLst>
                  <a:ext uri="{FF2B5EF4-FFF2-40B4-BE49-F238E27FC236}">
                    <a16:creationId xmlns:a16="http://schemas.microsoft.com/office/drawing/2014/main" id="{83A56E1E-BF70-571D-2E8D-48A68F457B8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745674" y="3319948"/>
                <a:ext cx="703080" cy="74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659515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5DD49-BECF-C8C9-2DF4-16F3A0AC6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89E6702-24B9-90BE-2853-3EC2C013E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651" y="1757129"/>
            <a:ext cx="9478698" cy="3343742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78B63BB-5DEF-4366-FCC2-53812EA43030}"/>
                  </a:ext>
                </a:extLst>
              </p14:cNvPr>
              <p14:cNvContentPartPr/>
              <p14:nvPr/>
            </p14:nvContentPartPr>
            <p14:xfrm>
              <a:off x="9087314" y="3840148"/>
              <a:ext cx="360" cy="3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78B63BB-5DEF-4366-FCC2-53812EA43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033314" y="373214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4EF91FC3-6198-EC88-D6E2-96682D6983A7}"/>
                  </a:ext>
                </a:extLst>
              </p14:cNvPr>
              <p14:cNvContentPartPr/>
              <p14:nvPr/>
            </p14:nvContentPartPr>
            <p14:xfrm>
              <a:off x="9270194" y="3192868"/>
              <a:ext cx="360" cy="3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4EF91FC3-6198-EC88-D6E2-96682D6983A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16194" y="308522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663E8E72-D89B-335B-1A61-4A57F135980A}"/>
                  </a:ext>
                </a:extLst>
              </p14:cNvPr>
              <p14:cNvContentPartPr/>
              <p14:nvPr/>
            </p14:nvContentPartPr>
            <p14:xfrm>
              <a:off x="9832514" y="3305548"/>
              <a:ext cx="360" cy="3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663E8E72-D89B-335B-1A61-4A57F135980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78874" y="319790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E1559443-607A-05EC-9EC1-1AE66F5BADC3}"/>
                  </a:ext>
                </a:extLst>
              </p14:cNvPr>
              <p14:cNvContentPartPr/>
              <p14:nvPr/>
            </p14:nvContentPartPr>
            <p14:xfrm>
              <a:off x="9748634" y="3474028"/>
              <a:ext cx="360" cy="36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E1559443-607A-05EC-9EC1-1AE66F5BADC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94994" y="336638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62EC4387-2143-F964-3B3B-BA995BF876F3}"/>
                  </a:ext>
                </a:extLst>
              </p14:cNvPr>
              <p14:cNvContentPartPr/>
              <p14:nvPr/>
            </p14:nvContentPartPr>
            <p14:xfrm>
              <a:off x="9802634" y="4416868"/>
              <a:ext cx="450000" cy="501480"/>
            </p14:xfrm>
          </p:contentPart>
        </mc:Choice>
        <mc:Fallback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62EC4387-2143-F964-3B3B-BA995BF876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48994" y="4309228"/>
                <a:ext cx="557640" cy="71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DE2F5E21-4BF6-FFDC-09C2-860112B0BEA4}"/>
                  </a:ext>
                </a:extLst>
              </p14:cNvPr>
              <p14:cNvContentPartPr/>
              <p14:nvPr/>
            </p14:nvContentPartPr>
            <p14:xfrm>
              <a:off x="2208074" y="2123668"/>
              <a:ext cx="699480" cy="139680"/>
            </p14:xfrm>
          </p:contentPart>
        </mc:Choice>
        <mc:Fallback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DE2F5E21-4BF6-FFDC-09C2-860112B0BEA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54434" y="2016028"/>
                <a:ext cx="807120" cy="35532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Imagen 11">
            <a:extLst>
              <a:ext uri="{FF2B5EF4-FFF2-40B4-BE49-F238E27FC236}">
                <a16:creationId xmlns:a16="http://schemas.microsoft.com/office/drawing/2014/main" id="{64A48AFB-89D4-F34A-A3F3-D4A39982A2E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070" y="4416868"/>
            <a:ext cx="7303368" cy="173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264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42FF43-CE5D-8AF1-B995-615F91DC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 err="1"/>
              <a:t>Click</a:t>
            </a:r>
            <a:r>
              <a:rPr lang="es-GT" dirty="0"/>
              <a:t> en el </a:t>
            </a:r>
            <a:r>
              <a:rPr lang="es-GT" dirty="0" err="1"/>
              <a:t>cheq</a:t>
            </a:r>
            <a:br>
              <a:rPr lang="es-GT" dirty="0"/>
            </a:b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AD85BEE-B4AD-F1DB-80B2-56AF672A5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651" y="1337134"/>
            <a:ext cx="3765358" cy="418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547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B2AEE7-1736-8BD2-3C6B-39CD26802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si ya se puede alargar o acortar a voluntad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42CEEC-E2A5-8873-606D-36192491C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548" y="2419209"/>
            <a:ext cx="6296904" cy="201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7823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902615-8498-3DAB-3F7A-A79805761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Como entrar al block editor, CLICK DERECHO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F73120-099D-F23E-342A-8FA08D3A6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46" y="1535943"/>
            <a:ext cx="3727376" cy="4681948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77F1B65-2E1F-8D90-4CCA-A55D8B870922}"/>
              </a:ext>
            </a:extLst>
          </p:cNvPr>
          <p:cNvSpPr txBox="1"/>
          <p:nvPr/>
        </p:nvSpPr>
        <p:spPr>
          <a:xfrm>
            <a:off x="6681580" y="1917949"/>
            <a:ext cx="3278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2800" dirty="0"/>
              <a:t>CLIC DERECHO SOBRE LA IMAGEN </a:t>
            </a:r>
          </a:p>
        </p:txBody>
      </p:sp>
    </p:spTree>
    <p:extLst>
      <p:ext uri="{BB962C8B-B14F-4D97-AF65-F5344CB8AC3E}">
        <p14:creationId xmlns:p14="http://schemas.microsoft.com/office/powerpoint/2010/main" val="22798858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81192A-FDFD-A25D-C530-A2442575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si ya entramos al editor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5750B59-92BF-D4DF-4D52-39DD5A3A0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47" y="1980125"/>
            <a:ext cx="8930953" cy="474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2224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CD9CB-3CF1-575A-065B-D48FDFCFD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914" y="1280161"/>
            <a:ext cx="10515600" cy="3013052"/>
          </a:xfrm>
        </p:spPr>
        <p:txBody>
          <a:bodyPr>
            <a:normAutofit/>
          </a:bodyPr>
          <a:lstStyle/>
          <a:p>
            <a:r>
              <a:rPr lang="es-GT" sz="8800" b="1" dirty="0"/>
              <a:t>PARAMETRO ALIGMENT </a:t>
            </a:r>
          </a:p>
        </p:txBody>
      </p:sp>
    </p:spTree>
    <p:extLst>
      <p:ext uri="{BB962C8B-B14F-4D97-AF65-F5344CB8AC3E}">
        <p14:creationId xmlns:p14="http://schemas.microsoft.com/office/powerpoint/2010/main" val="16723259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9D5BF-A6D2-44F6-D1BD-1EEB87CE7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8B8A9CB-71D2-8413-3421-43ED8B2EB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185" y="2330926"/>
            <a:ext cx="7215630" cy="343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4315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58E7AB-A6CA-9678-2D2D-E4398E14B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4D1B9A-B2AD-40B8-2D73-B6E09BA69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3" y="1180733"/>
            <a:ext cx="6454750" cy="253579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92DEC952-5C5E-DF64-1891-089B393249CE}"/>
                  </a:ext>
                </a:extLst>
              </p14:cNvPr>
              <p14:cNvContentPartPr/>
              <p14:nvPr/>
            </p14:nvContentPartPr>
            <p14:xfrm>
              <a:off x="3683714" y="2677348"/>
              <a:ext cx="775080" cy="41364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92DEC952-5C5E-DF64-1891-089B393249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0074" y="2569348"/>
                <a:ext cx="882720" cy="62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4E746705-3332-3D92-C94C-757CF136A3EF}"/>
                  </a:ext>
                </a:extLst>
              </p14:cNvPr>
              <p14:cNvContentPartPr/>
              <p14:nvPr/>
            </p14:nvContentPartPr>
            <p14:xfrm>
              <a:off x="6679274" y="2474308"/>
              <a:ext cx="2066400" cy="3913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4E746705-3332-3D92-C94C-757CF136A3E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25274" y="2366308"/>
                <a:ext cx="2174040" cy="60696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CuadroTexto 6">
            <a:extLst>
              <a:ext uri="{FF2B5EF4-FFF2-40B4-BE49-F238E27FC236}">
                <a16:creationId xmlns:a16="http://schemas.microsoft.com/office/drawing/2014/main" id="{E5F8A4B1-D396-0AF1-25DF-9D4F36E7E97F}"/>
              </a:ext>
            </a:extLst>
          </p:cNvPr>
          <p:cNvSpPr txBox="1"/>
          <p:nvPr/>
        </p:nvSpPr>
        <p:spPr>
          <a:xfrm>
            <a:off x="1434905" y="4346917"/>
            <a:ext cx="548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LE DAMOS CLICK LUEGNO LO ALINEAMOS A LA HORIZONTAL </a:t>
            </a:r>
          </a:p>
          <a:p>
            <a:endParaRPr lang="es-GT" dirty="0"/>
          </a:p>
          <a:p>
            <a:r>
              <a:rPr lang="es-GT" dirty="0"/>
              <a:t>LUEGO LE DAMOS EN CLOS O EN EL CHECK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4CDC1E7-17AE-29C6-15C2-F1412A7BF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6658" y="2761836"/>
            <a:ext cx="1505160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6085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6F63DE-C33C-84D2-CFA6-C9C81A9D2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4976A0F-A3FE-6985-7B28-D37A11C19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197" y="703721"/>
            <a:ext cx="7133489" cy="301015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C63E529-3D1A-336E-9B44-EE49FE060318}"/>
              </a:ext>
            </a:extLst>
          </p:cNvPr>
          <p:cNvSpPr txBox="1"/>
          <p:nvPr/>
        </p:nvSpPr>
        <p:spPr>
          <a:xfrm>
            <a:off x="1181686" y="4248443"/>
            <a:ext cx="540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GT" dirty="0"/>
              <a:t>YA PUEDE ROTAR A VOLUNTAD CUANDO LO MOVAMOS </a:t>
            </a:r>
          </a:p>
        </p:txBody>
      </p:sp>
    </p:spTree>
    <p:extLst>
      <p:ext uri="{BB962C8B-B14F-4D97-AF65-F5344CB8AC3E}">
        <p14:creationId xmlns:p14="http://schemas.microsoft.com/office/powerpoint/2010/main" val="17875121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EEDC9-F639-12A9-CF98-E9EDC403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D8D129-2290-59FC-03E0-F8411ABE8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393" y="1287194"/>
            <a:ext cx="8878476" cy="394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0653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D9C473-8127-45AE-CA8E-BC3B1056E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049" y="2433076"/>
            <a:ext cx="10515600" cy="1325563"/>
          </a:xfrm>
        </p:spPr>
        <p:txBody>
          <a:bodyPr/>
          <a:lstStyle/>
          <a:p>
            <a:r>
              <a:rPr lang="es-GT" dirty="0"/>
              <a:t>AGREGAR UNA MASCARA, OBSTRUYA A LO QUE SE VE ATRÁS  </a:t>
            </a:r>
          </a:p>
        </p:txBody>
      </p:sp>
    </p:spTree>
    <p:extLst>
      <p:ext uri="{BB962C8B-B14F-4D97-AF65-F5344CB8AC3E}">
        <p14:creationId xmlns:p14="http://schemas.microsoft.com/office/powerpoint/2010/main" val="362024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95AE7-09C7-7240-7642-0996E6048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325DCB-2BD8-7E9B-BB23-188CDC8CA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65125"/>
            <a:ext cx="4525006" cy="60206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13822AE-2E93-28DA-0CDB-91F022C07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307" y="232273"/>
            <a:ext cx="5494392" cy="474769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2E05652-72A9-3714-2FD3-737B18053978}"/>
              </a:ext>
            </a:extLst>
          </p:cNvPr>
          <p:cNvSpPr txBox="1"/>
          <p:nvPr/>
        </p:nvSpPr>
        <p:spPr>
          <a:xfrm>
            <a:off x="6905479" y="5373858"/>
            <a:ext cx="29060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2400" b="1" dirty="0"/>
              <a:t>HAY 2 FORMAS DE ENTRAR AL MENU </a:t>
            </a:r>
          </a:p>
        </p:txBody>
      </p:sp>
    </p:spTree>
    <p:extLst>
      <p:ext uri="{BB962C8B-B14F-4D97-AF65-F5344CB8AC3E}">
        <p14:creationId xmlns:p14="http://schemas.microsoft.com/office/powerpoint/2010/main" val="18090902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667F80-24AA-D808-9763-4AA3D0267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QUITAR PRIMERO EL EFECTO CLICK DERECHO Y EN ICONO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E45B61-6C78-71CB-8173-464B0468D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260" y="1690688"/>
            <a:ext cx="6059480" cy="485968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517728A1-0DC9-70FE-3D40-878E198B4AE3}"/>
                  </a:ext>
                </a:extLst>
              </p14:cNvPr>
              <p14:cNvContentPartPr/>
              <p14:nvPr/>
            </p14:nvContentPartPr>
            <p14:xfrm>
              <a:off x="6877994" y="4321108"/>
              <a:ext cx="1071000" cy="2523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517728A1-0DC9-70FE-3D40-878E198B4AE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4354" y="4213108"/>
                <a:ext cx="1178640" cy="46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42105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0EACD6-55FA-E6C2-2E19-813FE27FA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YA SE QUITO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3B16F12D-E9D7-1580-9727-BBFF26CC2D1D}"/>
                  </a:ext>
                </a:extLst>
              </p14:cNvPr>
              <p14:cNvContentPartPr/>
              <p14:nvPr/>
            </p14:nvContentPartPr>
            <p14:xfrm>
              <a:off x="3558794" y="465626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3B16F12D-E9D7-1580-9727-BBFF26CC2D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04794" y="454826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0E5E48B2-2A05-D1F2-B135-C1063A1C0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606" y="2217709"/>
            <a:ext cx="7763958" cy="321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7050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290B2E-71D2-BD81-BC7B-F0FB4D566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EL COMANDO WIPEOUT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D96D6FA-CB2A-E988-1B06-CE96BCF87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30" y="2074592"/>
            <a:ext cx="6754168" cy="352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9610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8FAB17-9A1D-7FF7-6EFA-F987153AD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01C850D-BBDE-5F0F-87EA-805E331F4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44" y="829342"/>
            <a:ext cx="7079570" cy="519931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A6E96A3-8D8C-FAA5-780D-173EAF8A4AB4}"/>
              </a:ext>
            </a:extLst>
          </p:cNvPr>
          <p:cNvSpPr txBox="1"/>
          <p:nvPr/>
        </p:nvSpPr>
        <p:spPr>
          <a:xfrm>
            <a:off x="7906043" y="2588454"/>
            <a:ext cx="26447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LO SELECCIONAMOS, CLICK DERECHO Y LO MANDAMOS ATTRAS </a:t>
            </a:r>
          </a:p>
          <a:p>
            <a:endParaRPr lang="es-GT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910B2719-5D62-856C-713D-61F120B46204}"/>
                  </a:ext>
                </a:extLst>
              </p14:cNvPr>
              <p14:cNvContentPartPr/>
              <p14:nvPr/>
            </p14:nvContentPartPr>
            <p14:xfrm>
              <a:off x="4177634" y="3466108"/>
              <a:ext cx="768600" cy="237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910B2719-5D62-856C-713D-61F120B462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3634" y="3358468"/>
                <a:ext cx="87624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35FD8E9-0D29-0347-80BC-095EC587CF46}"/>
                  </a:ext>
                </a:extLst>
              </p14:cNvPr>
              <p14:cNvContentPartPr/>
              <p14:nvPr/>
            </p14:nvContentPartPr>
            <p14:xfrm>
              <a:off x="5514314" y="3699748"/>
              <a:ext cx="1418040" cy="18108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35FD8E9-0D29-0347-80BC-095EC587CF4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60314" y="3591748"/>
                <a:ext cx="1525680" cy="39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62375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C18A5E-153B-F442-9116-9706499B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HACEMOS OTRA VEZ EL STRECH PARA INCLUIR EL WIPOUT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08665AB5-ED89-4A24-2879-1DB3A94E0A0D}"/>
                  </a:ext>
                </a:extLst>
              </p14:cNvPr>
              <p14:cNvContentPartPr/>
              <p14:nvPr/>
            </p14:nvContentPartPr>
            <p14:xfrm>
              <a:off x="3573194" y="1003708"/>
              <a:ext cx="360" cy="2304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08665AB5-ED89-4A24-2879-1DB3A94E0A0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19194" y="895708"/>
                <a:ext cx="108000" cy="23868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C65AA689-C6B8-D5D2-4209-757AE5875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027" y="2329271"/>
            <a:ext cx="7926214" cy="337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597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27E706-9131-1E4C-7635-4F6B5771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ENTER Y CLOSE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587BDA-98C8-5429-9E5B-6D234982A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712" y="1316034"/>
            <a:ext cx="5186556" cy="489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7167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AC6786-583C-12A4-597D-0DEBCA209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003534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B07655-7365-89CF-0FA1-395BDA1FF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5720954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5D456-CF77-454A-597F-925CCAD05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9349491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3E8DE-74E7-B8B9-2EB8-AA031DF33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810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06CDA4-BE88-5C28-0644-7B1178ED7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878400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094F2-D8C5-AD01-6420-01A2FCA93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949836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509C3F-F87B-A99A-879D-8547DBA86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9358840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D3BFDF-9FCC-8D8D-ED25-B0EDA7D11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63416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ECB0CE-B0B5-10D8-F00B-B6EA2A4FF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31726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386C69-38DA-9BE5-57F4-6EA927565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903144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F01E30-01FC-E6FE-83BF-AD056652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063645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189</Words>
  <Application>Microsoft Office PowerPoint</Application>
  <PresentationFormat>Panorámica</PresentationFormat>
  <Paragraphs>32</Paragraphs>
  <Slides>73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73</vt:i4>
      </vt:variant>
    </vt:vector>
  </HeadingPairs>
  <TitlesOfParts>
    <vt:vector size="77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NOTAS BLOQUE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Doble click </vt:lpstr>
      <vt:lpstr>Ok, en comedores </vt:lpstr>
      <vt:lpstr>Hbilitar visiviliti </vt:lpstr>
      <vt:lpstr>Presentación de PowerPoint</vt:lpstr>
      <vt:lpstr>Presentación de PowerPoint</vt:lpstr>
      <vt:lpstr>Presentación de PowerPoint</vt:lpstr>
      <vt:lpstr>AHORA TODO EL DIBUJO SE SELECCIONA TODO</vt:lpstr>
      <vt:lpstr>pasar a una capa de muebles </vt:lpstr>
      <vt:lpstr>Tienen esa propiedad de adaptarse </vt:lpstr>
      <vt:lpstr>Array, multiplicar un objeto </vt:lpstr>
      <vt:lpstr>Presentación de PowerPoint</vt:lpstr>
      <vt:lpstr>DOBLE CLICK</vt:lpstr>
      <vt:lpstr>Presentación de PowerPoint</vt:lpstr>
      <vt:lpstr>Presentación de PowerPoint</vt:lpstr>
      <vt:lpstr>Presentación de PowerPoint</vt:lpstr>
      <vt:lpstr>Presentación de PowerPoint</vt:lpstr>
      <vt:lpstr>VISIVILIDAD ASI COMO ESTA, HASTA QUE CAMBIENMOS A ACCION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DOBLE CLICK </vt:lpstr>
      <vt:lpstr>Despues aparece esto </vt:lpstr>
      <vt:lpstr>Darle en line para poner una cota</vt:lpstr>
      <vt:lpstr>Utlilizamos strech es un modificador regular, para asiganrle una acción a nuestta figura </vt:lpstr>
      <vt:lpstr>Presentación de PowerPoint</vt:lpstr>
      <vt:lpstr>Presentación de PowerPoint</vt:lpstr>
      <vt:lpstr>Click en el cheq </vt:lpstr>
      <vt:lpstr>Ahora si ya se puede alargar o acortar a voluntad </vt:lpstr>
      <vt:lpstr>Como entrar al block editor, CLICK DERECHO </vt:lpstr>
      <vt:lpstr>Ahora si ya entramos al editor </vt:lpstr>
      <vt:lpstr>PARAMETRO ALIGMENT </vt:lpstr>
      <vt:lpstr>Presentación de PowerPoint</vt:lpstr>
      <vt:lpstr>Presentación de PowerPoint</vt:lpstr>
      <vt:lpstr>Presentación de PowerPoint</vt:lpstr>
      <vt:lpstr>Presentación de PowerPoint</vt:lpstr>
      <vt:lpstr>AGREGAR UNA MASCARA, OBSTRUYA A LO QUE SE VE ATRÁS  </vt:lpstr>
      <vt:lpstr>Presentación de PowerPoint</vt:lpstr>
      <vt:lpstr>QUITAR PRIMERO EL EFECTO CLICK DERECHO Y EN ICONO </vt:lpstr>
      <vt:lpstr>YA SE QUITO </vt:lpstr>
      <vt:lpstr>AHORA EL COMANDO WIPEOUT</vt:lpstr>
      <vt:lpstr>Presentación de PowerPoint</vt:lpstr>
      <vt:lpstr>AHORA HACEMOS OTRA VEZ EL STRECH PARA INCLUIR EL WIPOUT</vt:lpstr>
      <vt:lpstr>ENTER Y CLOSE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5</cp:revision>
  <dcterms:created xsi:type="dcterms:W3CDTF">2026-03-12T01:04:20Z</dcterms:created>
  <dcterms:modified xsi:type="dcterms:W3CDTF">2026-03-25T00:54:00Z</dcterms:modified>
</cp:coreProperties>
</file>