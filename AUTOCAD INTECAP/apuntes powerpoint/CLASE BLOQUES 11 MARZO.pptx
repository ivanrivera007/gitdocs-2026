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0" r:id="rId19"/>
    <p:sldId id="261" r:id="rId20"/>
    <p:sldId id="262" r:id="rId21"/>
    <p:sldId id="263" r:id="rId22"/>
    <p:sldId id="264" r:id="rId23"/>
    <p:sldId id="280" r:id="rId24"/>
    <p:sldId id="281" r:id="rId25"/>
    <p:sldId id="282" r:id="rId26"/>
    <p:sldId id="265" r:id="rId27"/>
    <p:sldId id="259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287" r:id="rId55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6:26:21.7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0 213,'15'14,"1"-1,0 0,1-1,0-1,25 12,103 36,-31-22,177 33,133-10,-203-43,1-9,255-24,-179-15,322-75,-203 13,633-121,-377 134,-501 71,326 25,-282 17,-153-18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6:26:22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0,'969'189,"-960"-187,1147 150,14-93,-1159-59,66 1,0-3,138-22,-203 21,0 0,0-1,0 0,21-11,-28 12,0 0,0 0,0-1,-1 1,1-1,-1 0,0 0,0-1,0 1,-1-1,0 0,4-7,4-16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6:26:23.6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1,'63'2,"118"20,-166-20,209 34,99 17,119 20,107 13,886 103,11-92,-1149-97,-237-4,-58 4,-1-1,1 1,-1 0,1 0,0-1,-1 1,1-1,-1 0,1 1,-1-1,0 0,1 0,-1 0,2-1,-2 1,-1 0,1 0,-1 0,0 0,1 0,-1 0,0 0,0 0,1 0,-1 0,0 0,0 0,0 0,0 0,0-1,-1 1,1 0,0-1,-9-23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6:26:24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47,'160'0,"21"0,85 2,711 20,63 1,-822-20,876 0,-1050-4,82-11,-113 10,0-1,0-1,0 0,-1-1,0 0,0-1,0 0,-1 0,0-2,14-10,-3-2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A5729-CFC5-8068-3C9F-4A63106E1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F82472-6699-6425-7774-40934EFCA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CA1161-8FE0-38D5-BEC0-1DEF9538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F699EF-106F-158A-B80E-D646CE3F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22CCB9-B55D-BE19-4800-B22A43A4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3948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0CB10-54A0-FBE4-0D78-C5371FDD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74DD73-CF17-6B30-11D2-F2711FE6A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7FAB2-DC59-3235-A144-A378E59E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A5B2FE-1655-D171-CD40-1E00E26D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550D0-5480-37B3-45B1-54919259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9081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C7EF4-0E55-8C46-C037-7441AA09A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4EB3FE-4B9F-6801-AAD1-558662ADF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299D54-6165-D2F4-BBCA-FCA0E918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0DC5D-0F9F-A181-C54C-F2D404F5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3EEA0C-0AC7-6F0F-F199-6066732D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9226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4B613-0055-7B18-03B2-A2C81E9D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C8D43B-180F-4B6A-772C-3E02032F2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440EF5-2FAD-8A74-A1DF-D5DB6C512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EDE64D-A520-276E-896A-684E03E6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49C6FA-DAD1-4577-D427-0A242042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CA7B6E-FF5A-ADDD-493E-5EB92BDA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2377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5CD4E-BBFF-4DA7-480A-64D12373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3B0CBD-B3F5-95C7-AC9F-C6082F04C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EB1BC4-8866-0E0A-57A3-3FF6637B5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185EF5-A538-9FB2-893E-12A28F586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980BA1-7CA0-30A0-45A2-43D3BB01E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D4199B-3BDF-9531-98E6-82E09489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61D344-A85A-2B75-94E3-49C5E246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CF2EEA-CB4F-A4D4-17AA-29F96B82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1469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D0696-BA03-8208-741D-FE2B4B0B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B4C607-D78B-DF17-6D26-F0583CE9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D35EBE-B448-67EB-B87C-E3BD48C0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09F9B4-9107-0CAB-C717-A0E02E44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7701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31B221-9D0E-0CAE-C3E1-A068BBFC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568886-7822-2DDD-8557-F21761FC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C997C8-5483-4D28-3B84-E4B9B1F3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0644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9AFB3-EEE2-B182-D364-139BBFAB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97F621-28B9-8E7A-F6A2-89C469E35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A54822-EA78-7CBF-30AB-F3297D9C2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1F86A7-656D-56A9-B1F3-2BAC93B6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37CCBB-3AD0-D2B0-FB32-E339D599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A0812C-12D8-C79B-A0CD-882A1B7B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6249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46936-0976-89C5-B240-BB187A79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8C893C-C5B6-2A95-7AB0-925453CFB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B937D9-2453-E7EA-FD03-A7C1DC35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7AC471-EF01-00DE-6CBA-2C4BC5DB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E92FD1-C47B-DA5A-0446-FAFACC14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D1D67C-A43E-4B9A-AF34-C46E6C59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196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0916A-3549-7B3A-AC29-4CE17FE7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FEEC97-3E59-6128-09C3-C9A9DACF6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6D9998-7600-F96D-E069-93B2BCF1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3F650-5C1A-5CE0-8D1C-743ECFE2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28740-C51E-44D4-F946-B540B1D6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0374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DF35E9-B9DE-3492-DB72-2BBE7018A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51BDF9-9F14-68A3-60BA-B3F7B269A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225B3-FF69-A3C1-ADB3-154C15E9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312C86-A8D7-0F86-413B-784585E3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53DA8-268A-4AFC-B8C7-B7B7250D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7000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84A9B6-6DED-CB6E-06DA-CFC006251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5D1CEF-795A-C292-FCD7-E90181C9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F368B4-68AD-5CDE-630E-829FF9F7C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D4704-9F6E-43D2-B3DF-484A4E6A9E7A}" type="datetimeFigureOut">
              <a:rPr lang="es-GT" smtClean="0"/>
              <a:t>22/03/2026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EA98F-BF64-EB22-1EC6-5B8D19619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3EBAA-1F67-66BE-AA4F-8E6241713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F7C90-EB1B-4AB0-80FE-AAF5FE59130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552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customXml" Target="../ink/ink2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F1CB7A4-A88F-7318-EA50-BF7CD401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BCF65F-50E1-B05A-E8D3-531894FB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672" y="754703"/>
            <a:ext cx="7765275" cy="53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F16D-7B6D-A84D-9227-E715EC21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5AB89F-9163-4440-7C90-B6F89074E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7" y="365125"/>
            <a:ext cx="9522557" cy="557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75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366C7-D179-5221-6770-79302B1D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66D153-0890-54C6-9654-1928AB7F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64" y="1609471"/>
            <a:ext cx="6430272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4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77C2F-C7F5-A2F9-0249-00976EF0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F98DA0-C4EC-165C-D280-EB5F5C776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38" y="1028365"/>
            <a:ext cx="5725324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54F67-85D5-AB87-9AC9-87C0785E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2AFCEC-6DD1-FD0B-F383-F2F3C94E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11" y="980733"/>
            <a:ext cx="5744377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8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44538-6444-3897-F437-4DB67D26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872E39-F7D8-E47A-BCA1-4113EF2C6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12" y="1976235"/>
            <a:ext cx="4296375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1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5E1D0-F38F-F02F-3364-2D512151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0CD313-7D2E-4BBD-91CF-60129F0D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1004549"/>
            <a:ext cx="588727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5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5A14-3422-20D5-994D-1F105F33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849F07-6CBF-FE12-758E-E905A671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26" y="1090286"/>
            <a:ext cx="6782747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8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BAB4E-C87C-D847-AF5D-79F6C4CE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2122BF-82A1-A161-CB54-03F21428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11" y="1399892"/>
            <a:ext cx="610637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A28A8-68E0-7D32-B5E1-82B32688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8ED6A6-6603-0BD4-548F-8F2E3471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17" y="875943"/>
            <a:ext cx="584916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CC0AD-7ACB-7F52-F6AC-BF18CD38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8DB98E-ADFB-B8D4-DAC0-B80A75A0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69" y="276396"/>
            <a:ext cx="7684080" cy="630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99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2D90E-70C7-C23F-CEC5-47FAF4F2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NOTAS BLOQUE </a:t>
            </a:r>
          </a:p>
        </p:txBody>
      </p:sp>
    </p:spTree>
    <p:extLst>
      <p:ext uri="{BB962C8B-B14F-4D97-AF65-F5344CB8AC3E}">
        <p14:creationId xmlns:p14="http://schemas.microsoft.com/office/powerpoint/2010/main" val="281746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46137-7CEC-0EC9-B065-BB7D65E6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0C0DC6-34DE-22EB-F601-93068ABC3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63" y="880707"/>
            <a:ext cx="6611273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7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14D9D-8541-B087-B3B7-20C0209D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1BADED-6699-7F71-7959-6BD23DE6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27" y="928338"/>
            <a:ext cx="605874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7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4E29D-AFD1-3729-7904-D153272F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D23BCE-1A39-0BDA-DA45-2267F0F8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1337970"/>
            <a:ext cx="982164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26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01761-87A8-35A1-F4DB-DCFABB18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6988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E05D1-5A22-0915-AAFB-DD779809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7223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58C24-BE77-0FE1-32A5-1226A79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91810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58586-FFC8-7795-5639-131BA14D7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81114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F4C04-7E68-1AC8-EEFA-5009FAD4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4233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B42A4-99BD-B8BA-4EF5-AB3859A2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28492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89727-1C8D-4F0A-EEBB-12C4FCB8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02668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6C9D70-E596-0D80-AF5A-8A0CBA06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D406EC-9E93-E72E-2C77-A64E152E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971207"/>
            <a:ext cx="743053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04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F7C3F-C33D-C37D-9DED-704CBE1D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3A9B55-0C90-6CB2-60D9-865DB43E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971207"/>
            <a:ext cx="7459116" cy="4915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683741B-B837-66D2-4B9B-FEA7F7491394}"/>
                  </a:ext>
                </a:extLst>
              </p14:cNvPr>
              <p14:cNvContentPartPr/>
              <p14:nvPr/>
            </p14:nvContentPartPr>
            <p14:xfrm>
              <a:off x="6969688" y="2936873"/>
              <a:ext cx="2169000" cy="1980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683741B-B837-66D2-4B9B-FEA7F7491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5688" y="2829233"/>
                <a:ext cx="227664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6F5ED1F-821B-C418-0A6E-7493F485347F}"/>
                  </a:ext>
                </a:extLst>
              </p14:cNvPr>
              <p14:cNvContentPartPr/>
              <p14:nvPr/>
            </p14:nvContentPartPr>
            <p14:xfrm>
              <a:off x="7268128" y="3423953"/>
              <a:ext cx="1380600" cy="1454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6F5ED1F-821B-C418-0A6E-7493F48534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14128" y="3315953"/>
                <a:ext cx="148824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7FDAD511-2D57-678A-F209-895B606A43D5}"/>
                  </a:ext>
                </a:extLst>
              </p14:cNvPr>
              <p14:cNvContentPartPr/>
              <p14:nvPr/>
            </p14:nvContentPartPr>
            <p14:xfrm>
              <a:off x="5336728" y="3741113"/>
              <a:ext cx="1823040" cy="2019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7FDAD511-2D57-678A-F209-895B606A43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83088" y="3633473"/>
                <a:ext cx="19306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2E4F749-C98A-FCFE-0D93-8A5C002DD1B5}"/>
                  </a:ext>
                </a:extLst>
              </p14:cNvPr>
              <p14:cNvContentPartPr/>
              <p14:nvPr/>
            </p14:nvContentPartPr>
            <p14:xfrm>
              <a:off x="5196688" y="3323153"/>
              <a:ext cx="1539000" cy="36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2E4F749-C98A-FCFE-0D93-8A5C002DD1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42688" y="3215153"/>
                <a:ext cx="164664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4D9E7F59-D377-C33C-EA94-A77653D57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728" y="5342070"/>
            <a:ext cx="2753109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9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E0D1C-2158-9550-0944-E5A3BA1B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TODO EL DIBUJO SE SELECCIONA TODO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5E98E7-E2AA-4A34-000F-D56F8B52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1376076"/>
            <a:ext cx="5658640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23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98435-8C18-5BB0-4489-6E09C912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pasar a una capa de muebles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569C97-1CB9-BEED-31BB-C9927AEE5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331" y="1507808"/>
            <a:ext cx="347905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06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405AF-4A3B-6B18-A070-A735885D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Tienen esa propiedad de adaptarse </a:t>
            </a:r>
          </a:p>
        </p:txBody>
      </p:sp>
    </p:spTree>
    <p:extLst>
      <p:ext uri="{BB962C8B-B14F-4D97-AF65-F5344CB8AC3E}">
        <p14:creationId xmlns:p14="http://schemas.microsoft.com/office/powerpoint/2010/main" val="3591443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2766-7B95-4A59-61C8-5AB9D2A4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Array, multiplicar un objeto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611827-2CE6-ADA1-BAC3-E69DF65FE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017" y="1470074"/>
            <a:ext cx="9476882" cy="44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18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832BE-7BE6-0BBE-CBB4-D786A28D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BFAC3D-4BAF-72F5-14C0-D01C6C72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1295102"/>
            <a:ext cx="6887536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5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1DD81-FDD3-28F0-0772-026801F7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DOBLE CLICK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4DDBCF-A885-1F76-75A0-DE72DC12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1476102"/>
            <a:ext cx="6592220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56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499D8-57F6-7E72-7A84-F03B6DA5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7D0022-ADDF-59EF-F229-1FA31669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8" y="1285979"/>
            <a:ext cx="11441724" cy="538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53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E8ADE-F49E-64D3-F97C-0AACD7D3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82131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9746D-2BCB-039B-F54D-7A286B85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15134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F2C17-C762-028B-6410-8368E04F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98403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24D82-22B6-19D4-19B5-80765E50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61575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BF8BF-5797-6802-AFE4-04A73978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705195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AE76E-4CAA-D75C-3AFA-8F5D9CAF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52563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40584-3498-69B0-CEC8-102F8B31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3295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BDF73-473A-A649-BC54-E74F3CA7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81710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AA3E2-AD38-D914-A39C-8CEA701F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65352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7DFE3-82A7-40C9-7CA5-68D745E8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06935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433DA-0E97-72EE-092C-262AF39D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17359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EB94A-5B0A-1968-6513-BE3BDD29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93874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08A79-6B5F-5CF4-AAF6-0D888EC5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65951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5DD49-BECF-C8C9-2DF4-16F3A0AC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5726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2FF43-CE5D-8AF1-B995-615F91DC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2454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2AEE7-1736-8BD2-3C6B-39CD2680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38782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02615-8498-3DAB-3F7A-A7980576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798858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094F2-D8C5-AD01-6420-01A2FCA9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4983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09C3F-F87B-A99A-879D-8547DBA8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58840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3BFDF-9FCC-8D8D-ED25-B0EDA7D1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3416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CB0CE-B0B5-10D8-F00B-B6EA2A4F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3172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86C69-38DA-9BE5-57F4-6EA92756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90314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01E30-01FC-E6FE-83BF-AD056652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06364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27</Words>
  <Application>Microsoft Office PowerPoint</Application>
  <PresentationFormat>Panorámica</PresentationFormat>
  <Paragraphs>6</Paragraphs>
  <Slides>54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NOTAS BLOQUE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AHORA TODO EL DIBUJO SE SELECCIONA TODO</vt:lpstr>
      <vt:lpstr>pasar a una capa de muebles </vt:lpstr>
      <vt:lpstr>Tienen esa propiedad de adaptarse </vt:lpstr>
      <vt:lpstr>Array, multiplicar un objeto </vt:lpstr>
      <vt:lpstr>Presentación de PowerPoint</vt:lpstr>
      <vt:lpstr>DOBLE CLICK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3</cp:revision>
  <dcterms:created xsi:type="dcterms:W3CDTF">2026-03-12T01:04:20Z</dcterms:created>
  <dcterms:modified xsi:type="dcterms:W3CDTF">2026-03-22T21:21:16Z</dcterms:modified>
</cp:coreProperties>
</file>