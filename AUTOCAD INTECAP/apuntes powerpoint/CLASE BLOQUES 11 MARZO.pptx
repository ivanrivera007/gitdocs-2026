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60" r:id="rId19"/>
    <p:sldId id="261" r:id="rId20"/>
    <p:sldId id="262" r:id="rId21"/>
    <p:sldId id="264" r:id="rId22"/>
    <p:sldId id="280" r:id="rId23"/>
    <p:sldId id="281" r:id="rId24"/>
    <p:sldId id="282" r:id="rId25"/>
    <p:sldId id="265" r:id="rId26"/>
    <p:sldId id="259" r:id="rId27"/>
    <p:sldId id="283" r:id="rId28"/>
    <p:sldId id="284" r:id="rId29"/>
    <p:sldId id="285" r:id="rId30"/>
    <p:sldId id="286" r:id="rId31"/>
    <p:sldId id="263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287" r:id="rId55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1.7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0 213,'15'14,"1"-1,0 0,1-1,0-1,25 12,103 36,-31-22,177 33,133-10,-203-43,1-9,255-24,-179-15,322-75,-203 13,633-121,-377 134,-501 71,326 25,-282 17,-153-18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2.3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0,'969'189,"-960"-187,1147 150,14-93,-1159-59,66 1,0-3,138-22,-203 21,0 0,0-1,0 0,21-11,-28 12,0 0,0 0,0-1,-1 1,1-1,-1 0,0 0,0-1,0 1,-1-1,0 0,4-7,4-16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3.6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1,'63'2,"118"20,-166-20,209 34,99 17,119 20,107 13,886 103,11-92,-1149-97,-237-4,-58 4,-1-1,1 1,-1 0,1 0,0-1,-1 1,1-1,-1 0,1 1,-1-1,0 0,1 0,-1 0,2-1,-2 1,-1 0,1 0,-1 0,0 0,1 0,-1 0,0 0,0 0,1 0,-1 0,0 0,0 0,0 0,0 0,0-1,-1 1,1 0,0-1,-9-23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2T06:26:24.54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47,'160'0,"21"0,85 2,711 20,63 1,-822-20,876 0,-1050-4,82-11,-113 10,0-1,0-1,0 0,-1-1,0 0,0-1,0 0,-1 0,0-2,14-10,-3-2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3T18:07:59.02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36 0,'-7'27,"-2"22,1 22,1 6,3 3,7-5,11-9,9-9,8-14,5-15,9-11,11-9,9-13,0-12,-4-3,-13 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3T18:08:02.00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7591 1444,'30'1,"3"0,-1-2,0-1,0-1,37-9,-61 10,0 0,1-1,-2 0,1 0,0-1,-1 0,1-1,-1 1,0-1,-1-1,1 1,-1-1,0 0,-1-1,1 1,-1-1,-1 0,1 0,-1-1,5-13,-1-4,-2 0,0-1,-2 0,-1 1,-1-1,-1 0,-1 0,-2 0,-5-28,6 45,0 0,-1 0,-1 0,0 1,0-1,0 1,-1-1,0 1,-6-7,8 11,-1 1,0 0,0 0,0 0,0 1,0-1,0 1,-1-1,1 1,-1 0,0 0,1 1,-1-1,0 1,0 0,0 0,0 0,0 1,0-1,0 1,-8 0,3 1,-1 1,1 0,0 1,0 0,0 0,0 1,0 0,1 1,0 0,0 0,0 1,0 0,1 0,0 0,0 1,1 0,-8 12,1-1,0 0,1 2,2-1,0 1,0 1,-10 36,6 2,3 0,2 1,3 0,2 1,3-1,3 0,2 1,3-1,25 102,-23-133,1-1,1 0,1 0,2-1,1-1,1 0,1-1,1-1,1-1,1 0,1-2,1 0,36 25,-11-13,2-3,1-2,1-2,1-3,1-1,64 15,-79-25,1-2,0-2,0-2,1-1,0-2,53-3,-74-1,-1-1,0-1,-1-1,1-1,0 0,-1-1,0-1,-1 0,1-1,-2-1,1-1,-1 0,0-1,-1 0,-1-2,17-17,-2-7,-1 0,-3-2,-1-1,-1-1,-3 0,-1-2,-2 0,15-70,-11 20,-4-1,-4 0,0-116,-12 145,-2 1,-4-1,-2 1,-3 0,-2 0,-4 2,-2 0,-3 1,-2 1,-3 1,-3 1,-2 2,-3 1,-2 1,-58-64,40 58,-119-101,148 140,-2 1,0 1,-2 1,0 2,0 1,-2 1,-36-10,57 21,0 1,-1 0,1 1,0 0,-1 1,1 0,0 1,-1 0,1 1,0 0,0 1,0 0,0 0,0 1,1 1,0 0,0 1,0 0,1 0,-1 1,-14 14,-7 10,2 1,1 1,2 2,-27 46,47-72,-46 74,4 1,-67 167,95-198,2 1,3 1,2 0,3 1,2 0,-1 74,9-124,0 0,1 0,-1 0,1 0,1 0,-1-1,1 1,0 0,0-1,0 1,1-1,0 0,0 0,0 0,8 8,-8-10,0-1,0 1,0-1,0 0,1 0,-1 0,1 0,0-1,0 1,-1-1,1 0,0 0,0-1,0 1,0-1,0 0,0 0,0 0,0 0,0-1,0 1,0-1,0 0,3-2,6-2,-1 0,-1-1,1 0,-1-1,0-1,0 0,-1 0,0-1,-1 0,0 0,0-1,-1-1,-1 1,1-1,-2 0,9-20,-3 5,-1 0,-2-1,-1 0,0-1,-3 0,5-49,-8 57,-2 0,0 1,-2-1,0 0,-1 0,-1 1,-1 0,0 0,-12-27,13 38,0 0,-1 0,1 0,-2 1,1 0,-1 0,0 0,0 1,-1 0,0 0,0 0,0 1,-1 0,1 1,-1 0,-1 0,1 0,0 1,-1 0,0 1,1 0,-1 0,-12 0,6 2,0 1,1 0,-1 1,0 1,1 0,-1 1,1 1,0 0,1 1,-1 0,1 1,0 0,1 2,-14 9,-20 18,1 1,2 2,2 3,1 0,2 3,-57 89,39-42,5 2,-74 186,80-152,-42 184,71-232,3 1,4 0,1 128,8-186,2 1,0-1,2 0,0 0,9 25,-11-43,0 1,0-1,0 1,1-1,0 0,0 0,0 0,1 0,-1-1,1 1,0-1,1 0,-1 0,1 0,0-1,0 0,0 0,0 0,0 0,1-1,-1 0,1 0,-1 0,11 1,-4-3,-1 0,1 0,0-1,-1 0,1-1,-1-1,1 0,-1 0,0-1,0-1,-1 0,1 0,12-9,9-8,-1-1,-2-1,27-28,43-51,-5-5,-5-4,-5-4,-5-3,108-221,-182 329,19-30,-24 41,0-1,0 1,1 0,-1 0,0-1,0 1,0 0,1 0,-1 0,0-1,0 1,1 0,-1 0,0 0,0 0,1 0,-1 0,0-1,1 1,-1 0,0 0,1 0,-1 0,0 0,0 0,1 0,-1 0,0 0,1 0,-1 1,0-1,1 0,-1 0,0 0,0 0,1 0,-1 0,0 1,1-1,6 25,0 69,-11 165,-1-81,4-129,13 400,-7-394,3-1,2 1,2-2,3 0,2 0,26 54,-33-86,1-1,1 0,1-1,0 0,2-1,0-1,0 0,32 25,-34-33,0 0,1-1,0 0,1-1,-1 0,2-1,-1-1,0-1,1 0,0-1,0 0,0-2,17 1,-7-3,1-1,-1-1,0-2,0 0,0-2,-1 0,0-2,0-1,-1-1,-1-1,0-1,0-1,-1-1,-1-1,0-1,-2 0,28-32,-10 5,-2-1,-2-3,-2 0,-2-2,-3-1,-1-1,17-57,-17 35,-4 0,-3-1,16-152,-30 170,-3 0,-2 0,-2 0,-3 1,-2 0,-17-58,18 88,-1 0,-1 1,-2 0,0 1,-2 0,-1 0,-17-22,24 38,0-1,0 1,-1 0,0 1,-1 0,0 0,0 1,0 0,-1 1,1 0,-1 0,-1 1,1 0,-1 1,1 0,-1 1,0 0,0 1,0 0,-15 1,-12 4,1 2,0 2,0 2,1 1,0 1,-57 30,-17 13,3 4,3 5,-142 114,77-36,-154 167,283-268,21-24,1 2,0 0,1 1,1 1,-18 30,34-50,0-1,0 0,0 0,0 0,0 0,-1 0,1 0,0 0,0 0,0 0,0 0,0 1,0-1,0 0,0 0,-1 0,1 0,0 0,0 0,0 0,0 1,0-1,0 0,0 0,0 0,0 0,0 0,0 1,0-1,0 0,0 0,0 0,0 0,0 0,0 1,0-1,0 0,0 0,0 0,0 0,1 0,-1 0,0 1,0-1,0 0,0 0,0 0,0 0,0 0,0 0,1 0,-1 0,0 1,0-1,0 0,0 0,0 0,0 0,1 0,-1 0,0 0,0 0,0 0,16-10,25-29,0-2,-3-2,47-67,-54 69,4-5,58-100,-89 139,-1 0,0 0,0-1,0 1,2-15,-5 21,1 0,-1 1,0-1,0 1,1-1,-1 1,0-1,0 0,0 1,0-1,0 1,0-1,0 0,0 1,0-1,0 1,0-1,0 0,0 1,-1-1,1 1,0-1,0 1,-1-1,1 0,0 1,-1-1,1 1,-1 0,1-1,0 1,-1-1,1 1,-1 0,1-1,-1 1,1 0,-1-1,0 1,1 0,-1 0,1-1,-1 1,1 0,-1 0,0 0,1 0,-1 0,0 0,1 0,-1 0,1 0,-1 0,0 1,1-1,-1 0,1 0,-1 0,1 1,-1-1,0 1,-42 30,-67 74,-175 218,274-310,-68 84,-90 144,164-233,0 0,1 0,0 0,1 0,-5 18,8-26,0 0,0 0,0 1,0-1,0 0,0 1,0-1,0 0,0 1,0-1,0 0,0 1,0-1,0 0,0 1,0-1,0 0,0 0,1 1,-1-1,0 0,0 1,0-1,0 0,1 0,-1 1,0-1,0 0,1 0,-1 0,0 1,0-1,1 0,-1 0,0 0,1 0,-1 0,0 0,0 1,1-1,-1 0,0 0,1 0,-1 0,0 0,1 0,0 0,31-19,18-28,-2-1,67-89,-104 123,88-110,101-168,-166 234,-2-1,-3-1,-3-2,-2-1,26-113,-49 173,0 1,-1-1,0 1,1-1,-1 1,0-1,0 1,0-1,0 0,-1 1,1-1,-2-4,1 7,1-1,0 1,-1-1,1 1,-1-1,1 1,-1-1,1 1,-1-1,0 1,1 0,-1-1,1 1,-1 0,0 0,1-1,-1 1,0 0,1 0,-1 0,-1 0,-26 6,0 8,1 0,-30 23,-157 111,-126 84,-154 97,-145 98,-117 79,-718 508,49 85,908-646,80-50,78-50,70-43,-281 424,522-663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3T18:10:56.2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A5729-CFC5-8068-3C9F-4A63106E1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5F82472-6699-6425-7774-40934EFCA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CA1161-8FE0-38D5-BEC0-1DEF95381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F699EF-106F-158A-B80E-D646CE3F7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22CCB9-B55D-BE19-4800-B22A43A4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39487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0CB10-54A0-FBE4-0D78-C5371FDD2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74DD73-CF17-6B30-11D2-F2711FE6A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17FAB2-DC59-3235-A144-A378E59EC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A5B2FE-1655-D171-CD40-1E00E26D9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1550D0-5480-37B3-45B1-549192599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9081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6C7EF4-0E55-8C46-C037-7441AA09A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4EB3FE-4B9F-6801-AAD1-558662ADF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8299D54-6165-D2F4-BBCA-FCA0E9183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F0DC5D-0F9F-A181-C54C-F2D404F57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3EEA0C-0AC7-6F0F-F199-6066732DF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92263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4B613-0055-7B18-03B2-A2C81E9D8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C8D43B-180F-4B6A-772C-3E02032F2F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C440EF5-2FAD-8A74-A1DF-D5DB6C512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3EDE64D-A520-276E-896A-684E03E6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49C6FA-DAD1-4577-D427-0A2420427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7CA7B6E-FF5A-ADDD-493E-5EB92BDA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23770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85CD4E-BBFF-4DA7-480A-64D123736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B3B0CBD-B3F5-95C7-AC9F-C6082F04C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EB1BC4-8866-0E0A-57A3-3FF6637B51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D185EF5-A538-9FB2-893E-12A28F5869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C980BA1-7CA0-30A0-45A2-43D3BB01E7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D4199B-3BDF-9531-98E6-82E09489B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261D344-A85A-2B75-94E3-49C5E246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CF2EEA-CB4F-A4D4-17AA-29F96B824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14691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5D0696-BA03-8208-741D-FE2B4B0BD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7B4C607-D78B-DF17-6D26-F0583CE9B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FD35EBE-B448-67EB-B87C-E3BD48C08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09F9B4-9107-0CAB-C717-A0E02E44E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77019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A31B221-9D0E-0CAE-C3E1-A068BBFC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0568886-7822-2DDD-8557-F21761FC9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C997C8-5483-4D28-3B84-E4B9B1F36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06446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A9AFB3-EEE2-B182-D364-139BBFAB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797F621-28B9-8E7A-F6A2-89C469E35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BA54822-EA78-7CBF-30AB-F3297D9C2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1F86A7-656D-56A9-B1F3-2BAC93B63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37CCBB-3AD0-D2B0-FB32-E339D5994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DA0812C-12D8-C79B-A0CD-882A1B7B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62493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046936-0976-89C5-B240-BB187A79B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88C893C-C5B6-2A95-7AB0-925453CFB5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FB937D9-2453-E7EA-FD03-A7C1DC353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87AC471-EF01-00DE-6CBA-2C4BC5DB4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9E92FD1-C47B-DA5A-0446-FAFACC142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0D1D67C-A43E-4B9A-AF34-C46E6C59E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1960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0916A-3549-7B3A-AC29-4CE17FE76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FEEC97-3E59-6128-09C3-C9A9DACF6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6D9998-7600-F96D-E069-93B2BCF1D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63F650-5C1A-5CE0-8D1C-743ECFE2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D428740-C51E-44D4-F946-B540B1D69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03745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3DF35E9-B9DE-3492-DB72-2BBE7018AE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E51BDF9-9F14-68A3-60BA-B3F7B269A6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8225B3-FF69-A3C1-ADB3-154C15E9D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312C86-A8D7-0F86-413B-784585E32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953DA8-268A-4AFC-B8C7-B7B7250D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870005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A84A9B6-6DED-CB6E-06DA-CFC006251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5D1CEF-795A-C292-FCD7-E90181C9F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F368B4-68AD-5CDE-630E-829FF9F7CD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D4704-9F6E-43D2-B3DF-484A4E6A9E7A}" type="datetimeFigureOut">
              <a:rPr lang="es-GT" smtClean="0"/>
              <a:t>23/03/2026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B4EA98F-BF64-EB22-1EC6-5B8D19619A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E3EBAA-1F67-66BE-AA4F-8E6241713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8552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0.png"/><Relationship Id="rId11" Type="http://schemas.openxmlformats.org/officeDocument/2006/relationships/image" Target="../media/image22.png"/><Relationship Id="rId5" Type="http://schemas.openxmlformats.org/officeDocument/2006/relationships/customXml" Target="../ink/ink2.xml"/><Relationship Id="rId10" Type="http://schemas.openxmlformats.org/officeDocument/2006/relationships/image" Target="../media/image200.png"/><Relationship Id="rId4" Type="http://schemas.openxmlformats.org/officeDocument/2006/relationships/image" Target="../media/image170.png"/><Relationship Id="rId9" Type="http://schemas.openxmlformats.org/officeDocument/2006/relationships/customXml" Target="../ink/ink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5" Type="http://schemas.openxmlformats.org/officeDocument/2006/relationships/customXml" Target="../ink/ink6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F1CB7A4-A88F-7318-EA50-BF7CD4013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FBCF65F-50E1-B05A-E8D3-531894FB4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672" y="754703"/>
            <a:ext cx="7765275" cy="534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11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CEF16D-7B6D-A84D-9227-E715EC21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5AB89F-9163-4440-7C90-B6F89074E6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7" y="365125"/>
            <a:ext cx="9522557" cy="557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975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366C7-D179-5221-6770-79302B1D4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C66D153-0890-54C6-9654-1928AB7FF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864" y="1609471"/>
            <a:ext cx="6430272" cy="36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447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C77C2F-C7F5-A2F9-0249-00976EF08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AF98DA0-C4EC-165C-D280-EB5F5C776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338" y="1028365"/>
            <a:ext cx="5725324" cy="480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12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654F67-85D5-AB87-9AC9-87C0785E5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C2AFCEC-6DD1-FD0B-F383-F2F3C94ED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811" y="980733"/>
            <a:ext cx="5744377" cy="489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98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44538-6444-3897-F437-4DB67D264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8872E39-F7D8-E47A-BCA1-4113EF2C6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812" y="1976235"/>
            <a:ext cx="4296375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711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F5E1D0-F38F-F02F-3364-2D512151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40CD313-7D2E-4BBD-91CF-60129F0DD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64" y="1004549"/>
            <a:ext cx="5887272" cy="48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650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A85A14-3422-20D5-994D-1F105F337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3849F07-6CBF-FE12-758E-E905A6712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4626" y="1090286"/>
            <a:ext cx="6782747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8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1BAB4E-C87C-D847-AF5D-79F6C4CE8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2122BF-82A1-A161-CB54-03F21428D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811" y="1399892"/>
            <a:ext cx="6106377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07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A28A8-68E0-7D32-B5E1-82B326888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8ED6A6-6603-0BD4-548F-8F2E34717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417" y="875943"/>
            <a:ext cx="5849166" cy="510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1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7CC0AD-7ACB-7F52-F6AC-BF18CD383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E8DB98E-ADFB-B8D4-DAC0-B80A75A0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169" y="276396"/>
            <a:ext cx="7684080" cy="6305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899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32D90E-70C7-C23F-CEC5-47FAF4F2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NOTAS BLOQUE </a:t>
            </a:r>
          </a:p>
        </p:txBody>
      </p:sp>
    </p:spTree>
    <p:extLst>
      <p:ext uri="{BB962C8B-B14F-4D97-AF65-F5344CB8AC3E}">
        <p14:creationId xmlns:p14="http://schemas.microsoft.com/office/powerpoint/2010/main" val="2817463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46137-7CEC-0EC9-B065-BB7D65E6C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0C0DC6-34DE-22EB-F601-93068ABC3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363" y="880707"/>
            <a:ext cx="6611273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070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14D9D-8541-B087-B3B7-20C0209DF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51BADED-6699-7F71-7959-6BD23DE64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627" y="928338"/>
            <a:ext cx="6058746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697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4E29D-AFD1-3729-7904-D153272F0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8D23BCE-1A39-0BDA-DA45-2267F0F8E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177" y="1337970"/>
            <a:ext cx="9821646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267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01761-87A8-35A1-F4DB-DCFABB186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099C80A-13C5-393D-6FB1-D1FD73329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942" y="2366814"/>
            <a:ext cx="6554115" cy="21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886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8E05D1-5A22-0915-AAFB-DD7798094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F6A798-2812-8771-31F0-C40FB7646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73" y="1304628"/>
            <a:ext cx="8268854" cy="4248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231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058C24-BE77-0FE1-32A5-1226A790B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Doble </a:t>
            </a:r>
            <a:r>
              <a:rPr lang="es-GT" dirty="0" err="1"/>
              <a:t>click</a:t>
            </a:r>
            <a:r>
              <a:rPr lang="es-GT" dirty="0"/>
              <a:t>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253F7F9-76FE-698C-52A1-CBBE85C91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405" y="1891658"/>
            <a:ext cx="6392167" cy="46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810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658586-FFC8-7795-5639-131BA14D7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Ok, en comedores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7B29DF-B3D6-BF4F-45EA-1F1480BDC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59036"/>
            <a:ext cx="10818055" cy="542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114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F4C04-7E68-1AC8-EEFA-5009FAD4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 err="1"/>
              <a:t>Hbilitar</a:t>
            </a:r>
            <a:r>
              <a:rPr lang="es-GT" dirty="0"/>
              <a:t> </a:t>
            </a:r>
            <a:r>
              <a:rPr lang="es-GT" dirty="0" err="1"/>
              <a:t>visiviliti</a:t>
            </a:r>
            <a:r>
              <a:rPr lang="es-GT" dirty="0"/>
              <a:t>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EE4AA0A-BBBC-AB80-A3FF-CE054DFB7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996" y="1508102"/>
            <a:ext cx="10421804" cy="522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335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789727-1C8D-4F0A-EEBB-12C4FCB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026684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C6C9D70-E596-0D80-AF5A-8A0CBA066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D406EC-9E93-E72E-2C77-A64E152E8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731" y="971207"/>
            <a:ext cx="7430537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104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F7C3F-C33D-C37D-9DED-704CBE1D0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3A9B55-0C90-6CB2-60D9-865DB43E0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42" y="971207"/>
            <a:ext cx="7459116" cy="491558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3683741B-B837-66D2-4B9B-FEA7F7491394}"/>
                  </a:ext>
                </a:extLst>
              </p14:cNvPr>
              <p14:cNvContentPartPr/>
              <p14:nvPr/>
            </p14:nvContentPartPr>
            <p14:xfrm>
              <a:off x="6969688" y="2936873"/>
              <a:ext cx="2169000" cy="19800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3683741B-B837-66D2-4B9B-FEA7F749139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5688" y="2829233"/>
                <a:ext cx="2276640" cy="41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6F5ED1F-821B-C418-0A6E-7493F485347F}"/>
                  </a:ext>
                </a:extLst>
              </p14:cNvPr>
              <p14:cNvContentPartPr/>
              <p14:nvPr/>
            </p14:nvContentPartPr>
            <p14:xfrm>
              <a:off x="7268128" y="3423953"/>
              <a:ext cx="1380600" cy="14544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6F5ED1F-821B-C418-0A6E-7493F485347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214128" y="3315953"/>
                <a:ext cx="1488240" cy="36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7FDAD511-2D57-678A-F209-895B606A43D5}"/>
                  </a:ext>
                </a:extLst>
              </p14:cNvPr>
              <p14:cNvContentPartPr/>
              <p14:nvPr/>
            </p14:nvContentPartPr>
            <p14:xfrm>
              <a:off x="5336728" y="3741113"/>
              <a:ext cx="1823040" cy="20196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7FDAD511-2D57-678A-F209-895B606A43D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83088" y="3633473"/>
                <a:ext cx="193068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72E4F749-C98A-FCFE-0D93-8A5C002DD1B5}"/>
                  </a:ext>
                </a:extLst>
              </p14:cNvPr>
              <p14:cNvContentPartPr/>
              <p14:nvPr/>
            </p14:nvContentPartPr>
            <p14:xfrm>
              <a:off x="5196688" y="3323153"/>
              <a:ext cx="1539000" cy="3636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72E4F749-C98A-FCFE-0D93-8A5C002DD1B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42688" y="3215153"/>
                <a:ext cx="1646640" cy="25200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Imagen 9">
            <a:extLst>
              <a:ext uri="{FF2B5EF4-FFF2-40B4-BE49-F238E27FC236}">
                <a16:creationId xmlns:a16="http://schemas.microsoft.com/office/drawing/2014/main" id="{4D9E7F59-D377-C33C-EA94-A77653D57BC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48728" y="5342070"/>
            <a:ext cx="2753109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8998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EE0D1C-2158-9550-0944-E5A3BA1BD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TODO EL DIBUJO SE SELECCIONA TODO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5E98E7-E2AA-4A34-000F-D56F8B529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680" y="1376076"/>
            <a:ext cx="5658640" cy="410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0238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D98435-8C18-5BB0-4489-6E09C912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pasar a una capa de muebles 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6569C97-1CB9-BEED-31BB-C9927AEE5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331" y="1507808"/>
            <a:ext cx="347905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3065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2405AF-4A3B-6B18-A070-A735885D0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Tienen esa propiedad de adaptarse </a:t>
            </a:r>
          </a:p>
        </p:txBody>
      </p:sp>
    </p:spTree>
    <p:extLst>
      <p:ext uri="{BB962C8B-B14F-4D97-AF65-F5344CB8AC3E}">
        <p14:creationId xmlns:p14="http://schemas.microsoft.com/office/powerpoint/2010/main" val="35914438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3B2766-7B95-4A59-61C8-5AB9D2A42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Array, multiplicar un objeto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2611827-2CE6-ADA1-BAC3-E69DF65FE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017" y="1470074"/>
            <a:ext cx="9476882" cy="4424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318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7832BE-7BE6-0BBE-CBB4-D786A28D4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4BFAC3D-4BAF-72F5-14C0-D01C6C72A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232" y="1295102"/>
            <a:ext cx="6887536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858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71DD81-FDD3-28F0-0772-026801F7F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DOBLE CLICK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E4DDBCF-A885-1F76-75A0-DE72DC123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890" y="1476102"/>
            <a:ext cx="6592220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7561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2499D8-57F6-7E72-7A84-F03B6DA56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17D0022-ADDF-59EF-F229-1FA316690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38" y="1285979"/>
            <a:ext cx="11441724" cy="538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536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3B42A4-99BD-B8BA-4EF5-AB3859A29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72672C8-E48F-A66F-2675-649C0A866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469" y="685417"/>
            <a:ext cx="6173061" cy="548716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FB84C731-754C-D808-0980-D96C719965B9}"/>
                  </a:ext>
                </a:extLst>
              </p14:cNvPr>
              <p14:cNvContentPartPr/>
              <p14:nvPr/>
            </p14:nvContentPartPr>
            <p14:xfrm>
              <a:off x="8216474" y="1406548"/>
              <a:ext cx="161640" cy="21528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FB84C731-754C-D808-0980-D96C719965B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62834" y="1298548"/>
                <a:ext cx="269280" cy="43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C49FA81B-0E1D-FD9E-FA22-8731E680A189}"/>
                  </a:ext>
                </a:extLst>
              </p14:cNvPr>
              <p14:cNvContentPartPr/>
              <p14:nvPr/>
            </p14:nvContentPartPr>
            <p14:xfrm>
              <a:off x="5792234" y="1055188"/>
              <a:ext cx="3311280" cy="278460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C49FA81B-0E1D-FD9E-FA22-8731E680A18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38234" y="947548"/>
                <a:ext cx="3418920" cy="300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9038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E8ADE-F49E-64D3-F97C-0AACD7D30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F2DF5D-B6F1-F0C2-C958-C0F521265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4050" y="1885734"/>
            <a:ext cx="3943900" cy="308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131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9746D-2BCB-039B-F54D-7A286B85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31846FF-EBF7-3BC4-A02E-A346EAB36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97" y="1933366"/>
            <a:ext cx="3982006" cy="299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1349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DF2C17-C762-028B-6410-8368E04F5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VISIVILIDAD ASI COMO ESTA, HASTA QUE CAMBIENMOS A ACCION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30736DCD-368A-7FB6-0892-6113393ACC2F}"/>
                  </a:ext>
                </a:extLst>
              </p14:cNvPr>
              <p14:cNvContentPartPr/>
              <p14:nvPr/>
            </p14:nvContentPartPr>
            <p14:xfrm>
              <a:off x="1068674" y="4360348"/>
              <a:ext cx="360" cy="36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30736DCD-368A-7FB6-0892-6113393ACC2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5034" y="425270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Imagen 6">
            <a:extLst>
              <a:ext uri="{FF2B5EF4-FFF2-40B4-BE49-F238E27FC236}">
                <a16:creationId xmlns:a16="http://schemas.microsoft.com/office/drawing/2014/main" id="{FC01C55D-7B26-8903-F8C0-68BBF624B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1996" y="1580892"/>
            <a:ext cx="5068007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4039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24D82-22B6-19D4-19B5-80765E504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CCE510-0B6D-7A5A-6F41-61999E95B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759" y="1671392"/>
            <a:ext cx="5058481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5758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7BF8BF-5797-6802-AFE4-04A739784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1705195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4AE76E-4CAA-D75C-3AFA-8F5D9CAF4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525630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940584-3498-69B0-CEC8-102F8B311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32959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BDF73-473A-A649-BC54-E74F3CA72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817100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EAA3E2-AD38-D914-A39C-8CEA701F9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9653526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27DFE3-82A7-40C9-7CA5-68D745E8E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069350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8433DA-0E97-72EE-092C-262AF39D0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8173593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EB94A-5B0A-1968-6513-BE3BDD297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1938743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608A79-6B5F-5CF4-AAF6-0D888EC5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6659515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5DD49-BECF-C8C9-2DF4-16F3A0AC6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57264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42FF43-CE5D-8AF1-B995-615F91DC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24547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B2AEE7-1736-8BD2-3C6B-39CD26802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387823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902615-8498-3DAB-3F7A-A79805761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798858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8094F2-D8C5-AD01-6420-01A2FCA93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949836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509C3F-F87B-A99A-879D-8547DBA86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9358840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D3BFDF-9FCC-8D8D-ED25-B0EDA7D11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634168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ECB0CE-B0B5-10D8-F00B-B6EA2A4FF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31726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386C69-38DA-9BE5-57F4-6EA927565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903144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F01E30-01FC-E6FE-83BF-AD056652A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063645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45</Words>
  <Application>Microsoft Office PowerPoint</Application>
  <PresentationFormat>Panorámica</PresentationFormat>
  <Paragraphs>10</Paragraphs>
  <Slides>54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54</vt:i4>
      </vt:variant>
    </vt:vector>
  </HeadingPairs>
  <TitlesOfParts>
    <vt:vector size="5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NOTAS BLOQUE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Doble click </vt:lpstr>
      <vt:lpstr>Ok, en comedores </vt:lpstr>
      <vt:lpstr>Hbilitar visiviliti </vt:lpstr>
      <vt:lpstr>Presentación de PowerPoint</vt:lpstr>
      <vt:lpstr>Presentación de PowerPoint</vt:lpstr>
      <vt:lpstr>Presentación de PowerPoint</vt:lpstr>
      <vt:lpstr>AHORA TODO EL DIBUJO SE SELECCIONA TODO</vt:lpstr>
      <vt:lpstr>pasar a una capa de muebles </vt:lpstr>
      <vt:lpstr>Tienen esa propiedad de adaptarse </vt:lpstr>
      <vt:lpstr>Array, multiplicar un objeto </vt:lpstr>
      <vt:lpstr>Presentación de PowerPoint</vt:lpstr>
      <vt:lpstr>DOBLE CLICK</vt:lpstr>
      <vt:lpstr>Presentación de PowerPoint</vt:lpstr>
      <vt:lpstr>Presentación de PowerPoint</vt:lpstr>
      <vt:lpstr>Presentación de PowerPoint</vt:lpstr>
      <vt:lpstr>Presentación de PowerPoint</vt:lpstr>
      <vt:lpstr>VISIVILIDAD ASI COMO ESTA, HASTA QUE CAMBIENMOS A ACCION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Carreto</dc:creator>
  <cp:lastModifiedBy>Ivan Carreto</cp:lastModifiedBy>
  <cp:revision>4</cp:revision>
  <dcterms:created xsi:type="dcterms:W3CDTF">2026-03-12T01:04:20Z</dcterms:created>
  <dcterms:modified xsi:type="dcterms:W3CDTF">2026-03-23T20:39:42Z</dcterms:modified>
</cp:coreProperties>
</file>