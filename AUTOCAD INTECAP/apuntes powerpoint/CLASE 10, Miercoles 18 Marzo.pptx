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58" r:id="rId19"/>
    <p:sldId id="259" r:id="rId20"/>
    <p:sldId id="260" r:id="rId21"/>
    <p:sldId id="261" r:id="rId22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5A1AE-2942-6917-3045-A1AE17888D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B32F38-272B-A674-8B69-B42EC0AEF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5F5FF7-61F2-A84D-98F3-0B3FA3C13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B7C5-9ED9-4209-AD82-4E7D58CDB7A1}" type="datetimeFigureOut">
              <a:rPr lang="es-GT" smtClean="0"/>
              <a:t>2/04/2026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54F7A0-13BD-B860-BCD4-4B1E807A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F61626-0351-A4A0-0021-93B2A30A9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D770-2E61-4934-946E-36B86139AAA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718865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C68822-D1AD-E447-C785-FED49876E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C5301C-47E9-A32F-2023-522991327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385A51-476A-2D77-1673-55384517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B7C5-9ED9-4209-AD82-4E7D58CDB7A1}" type="datetimeFigureOut">
              <a:rPr lang="es-GT" smtClean="0"/>
              <a:t>2/04/2026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72F272-0FAF-6425-B8E8-6737C140F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F03ABC-15C2-820D-31ED-338C1300F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D770-2E61-4934-946E-36B86139AAA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204797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5293D9-1CAD-D569-E17D-12A0446F4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C5FDAD-4D26-3B11-8716-35E605295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4E277A-7874-9204-9B71-FD08E96C4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B7C5-9ED9-4209-AD82-4E7D58CDB7A1}" type="datetimeFigureOut">
              <a:rPr lang="es-GT" smtClean="0"/>
              <a:t>2/04/2026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B10F27-A388-5E0E-A999-41BCC1069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2BBB44-E879-FCA2-2681-7EBE2C95C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D770-2E61-4934-946E-36B86139AAA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876302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3BFDF-F822-4A7A-DF7B-07813696D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92EC69-2EE0-DDBE-47BD-4BE30D8C40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88D3263-9169-F608-B81F-4A27494F4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FE9732-5D29-91EB-B2ED-EFFEC8F82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B7C5-9ED9-4209-AD82-4E7D58CDB7A1}" type="datetimeFigureOut">
              <a:rPr lang="es-GT" smtClean="0"/>
              <a:t>2/04/2026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A12E39-4AF2-E18E-6F44-B57F9BDBA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722589-E0F0-4CEE-1780-04811A775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D770-2E61-4934-946E-36B86139AAA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15056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82C16-6096-CEF6-894C-8BD94982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A563DB-E419-DFEC-D05E-FCA6DA591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15E999-995A-3FEF-D716-9FE0AF04C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6204300-870A-72C4-4DB9-AB57A23DAC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686C12-EE5A-7CBF-9C9A-AE73438712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5749A41-35C0-7C16-A535-3E25A0DB7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B7C5-9ED9-4209-AD82-4E7D58CDB7A1}" type="datetimeFigureOut">
              <a:rPr lang="es-GT" smtClean="0"/>
              <a:t>2/04/2026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BE9C137-AED4-8280-2812-429F9CA60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D70344E-178B-A18D-8532-BDFE6A908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D770-2E61-4934-946E-36B86139AAA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26631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20E2AF-5617-8A13-402A-E83301C98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0CC4910-803C-5363-3F88-F692F6FFA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B7C5-9ED9-4209-AD82-4E7D58CDB7A1}" type="datetimeFigureOut">
              <a:rPr lang="es-GT" smtClean="0"/>
              <a:t>2/04/2026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30B7278-0FBA-B0EE-C7F8-E2E29C3FE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329059A-45D8-D14B-7CBB-8771E81F7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D770-2E61-4934-946E-36B86139AAA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633755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46B6356-2198-B0C4-BB74-485DF1E49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B7C5-9ED9-4209-AD82-4E7D58CDB7A1}" type="datetimeFigureOut">
              <a:rPr lang="es-GT" smtClean="0"/>
              <a:t>2/04/2026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5C201AD-2789-11F8-D5CD-BCFAAA6A7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B261909-7DF2-DD6F-0036-975F1B588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D770-2E61-4934-946E-36B86139AAA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83629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DA81D5-3578-7E26-FB68-D57C6A096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0B8DFA-7124-03C8-89D0-CB940FABF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2481D2-2199-EE52-9F28-7BDE52958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C3A9625-DAEE-4648-BBDE-FE3DA5455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B7C5-9ED9-4209-AD82-4E7D58CDB7A1}" type="datetimeFigureOut">
              <a:rPr lang="es-GT" smtClean="0"/>
              <a:t>2/04/2026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D1328C-AB75-3B71-EF8F-43926DB04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CDC206-774B-4AC8-7048-BBBE637D3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D770-2E61-4934-946E-36B86139AAA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32716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2B3CBA-8625-A30C-C155-8834255B8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1F7DBF-7E35-FD38-7B6E-C3AAC1F8F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2FE207-94EF-92DC-479C-D624FA36E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DDDFAF-42A1-C5FE-6217-5DA8CDB88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B7C5-9ED9-4209-AD82-4E7D58CDB7A1}" type="datetimeFigureOut">
              <a:rPr lang="es-GT" smtClean="0"/>
              <a:t>2/04/2026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790CB8-BCC5-86C5-0D86-2AFB841CD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8E128C-044B-71A9-6CDD-CF1DB84CE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D770-2E61-4934-946E-36B86139AAA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96901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049AA8-5A5B-1D68-2188-6ECB3BFD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DDFD62-744C-42A2-F47E-DBF074CDF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B936C7-76F5-0A9D-5FC2-302862ACF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B7C5-9ED9-4209-AD82-4E7D58CDB7A1}" type="datetimeFigureOut">
              <a:rPr lang="es-GT" smtClean="0"/>
              <a:t>2/04/2026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8A1A9E-E41A-1411-6508-BF4E040C4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0F74D7-04F9-0227-A406-77EE47B0B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D770-2E61-4934-946E-36B86139AAA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897468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2A995E1-7980-868F-043C-F7CAA8FAA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ADA3E4-2936-72E9-4E76-2C329E8D24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76864B-5FDD-D9DF-A818-09903B265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B7C5-9ED9-4209-AD82-4E7D58CDB7A1}" type="datetimeFigureOut">
              <a:rPr lang="es-GT" smtClean="0"/>
              <a:t>2/04/2026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9DCA49-A072-2E1D-F135-04FCA7F8F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C19599-C7D0-B7AC-C719-CB31F213F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D770-2E61-4934-946E-36B86139AAA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99554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6B99F8-5780-3C97-9DEC-DB2CEAB60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43F2EE-3A17-CD2A-6353-F34A27DD6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4CB939-AD7C-0229-8AAF-A8721CE0FB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3B7C5-9ED9-4209-AD82-4E7D58CDB7A1}" type="datetimeFigureOut">
              <a:rPr lang="es-GT" smtClean="0"/>
              <a:t>2/04/2026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EAF5EA-40E0-2677-E77C-29F3D431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4F2153-68A7-0050-C527-0FA383520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0D770-2E61-4934-946E-36B86139AAA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730947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73E157-B688-B0DA-0170-61AE228343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GT" dirty="0"/>
              <a:t>INICIAMOS HACIENDO OTRO ML DRENAJE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88536F-467D-7648-F2D7-289FDAFA22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22737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B98AB5F-3916-8F7B-011E-AE2436936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260055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548D10-26FC-DC41-5886-7BF0F64B0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98923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A25DDB-3CFC-73FE-D544-E671E1C46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271729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1B15EB-3F0A-79F1-4C6C-EAB756B51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321171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342AA3-D2D2-30E0-E9BA-DCE691351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929600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76DC02-F345-3A2D-3DF1-C80EAD05B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04768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00EF48-66BB-B0AA-579C-94936D062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881370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AD8CEE-1919-90A3-2336-C23AD5784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58145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11AC85-FF8B-915F-0571-6FE2926D9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47949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BB90D-8BEE-57A2-D162-32668A942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783860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4F0CC0-5A13-6BD4-3123-DED15F9D3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89228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358F3B-3B81-A12E-A8B5-2243ABACF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618545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F66EB3-CAAF-E6F1-6704-A3801D6A6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18078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17552-A5F4-1986-01A7-107BE721E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602900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039EE8-6D09-0DE4-BD0D-30CC3EFB7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933018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05C869-EFBC-4B6B-E424-6C94167DB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453231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5FD0AF-698A-C227-AF0A-4849CE0AC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74593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ED982-9D41-CA06-6D36-B1BB6C3E8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067448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C1112-8B66-344D-FA57-7448C97B6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714445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1941E-1596-45D7-8A0A-8F50773E4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996847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</Words>
  <Application>Microsoft Office PowerPoint</Application>
  <PresentationFormat>Panorámica</PresentationFormat>
  <Paragraphs>1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Tema de Office</vt:lpstr>
      <vt:lpstr>INICIAMOS HACIENDO OTRO ML DRENAJE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Carreto</dc:creator>
  <cp:lastModifiedBy>Ivan Carreto</cp:lastModifiedBy>
  <cp:revision>2</cp:revision>
  <dcterms:created xsi:type="dcterms:W3CDTF">2026-04-03T00:52:44Z</dcterms:created>
  <dcterms:modified xsi:type="dcterms:W3CDTF">2026-04-03T01:25:47Z</dcterms:modified>
</cp:coreProperties>
</file>