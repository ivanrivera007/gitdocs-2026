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77" r:id="rId11"/>
    <p:sldId id="278" r:id="rId12"/>
    <p:sldId id="279" r:id="rId13"/>
    <p:sldId id="280" r:id="rId14"/>
    <p:sldId id="281" r:id="rId15"/>
    <p:sldId id="282" r:id="rId16"/>
    <p:sldId id="283" r:id="rId17"/>
    <p:sldId id="284" r:id="rId18"/>
    <p:sldId id="286" r:id="rId19"/>
    <p:sldId id="287" r:id="rId20"/>
    <p:sldId id="28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58" r:id="rId30"/>
    <p:sldId id="259" r:id="rId31"/>
    <p:sldId id="260" r:id="rId32"/>
    <p:sldId id="261" r:id="rId33"/>
  </p:sldIdLst>
  <p:sldSz cx="12192000" cy="6858000"/>
  <p:notesSz cx="6858000" cy="9144000"/>
  <p:defaultTextStyle>
    <a:defPPr>
      <a:defRPr lang="es-G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16:37:01.38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1061 1063,'42'0,"1"-2,-1-2,1-1,66-18,-89 16,0 0,0-1,-1 0,0-2,0 0,-1-2,0 0,-1 0,-1-2,0 0,15-19,-26 29,-2 0,1-1,-1 0,1 0,-1 0,-1 0,1 0,-1 0,0-1,0 1,0-1,-1 0,0 0,1-6,-3 5,1 1,-1-1,0 0,-1 1,1-1,-1 1,-1-1,1 1,-1 0,0 0,-1 0,-5-8,-10-10,0 0,-1 2,-2 0,0 2,-29-22,-134-83,108 79,-3 4,-2 3,-98-32,-259-58,298 99,83 19,1-3,-60-22,106 30,13 3,22 2,92 8,144 28,-241-31,0 0,0 1,-1 1,1 1,29 16,-45-22,0 1,0 0,-1 0,1 0,-1 1,0-1,0 1,0-1,0 1,0 0,0-1,-1 1,1 0,-1 0,0 0,0 0,0 0,0 1,-1-1,1 0,-1 0,0 1,0-1,0 6,-2 6,-1 0,-1 0,0 0,-7 17,-3 10,12-36,1 1,-1-1,1 1,1-1,-1 1,1 0,0-1,1 1,0 0,0-1,0 1,1-1,-1 0,2 1,4 9,-3-9,1 0,0 0,1 0,0 0,0-1,0 0,1 0,0 0,0-1,12 7,9 1,0 0,1-2,0-1,1-2,54 9,59 4,185 1,147-22,-425-1,79-1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16:37:03.79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39 796,'-7'20,"0"1,1 0,1 0,2 0,0 0,1 1,1 34,-1-10,0-21,1-1,1 1,2 0,0-1,11 46,-12-64,1-1,0 0,0 1,0-1,1 0,0 0,0 0,0 0,0-1,1 1,0-1,0 0,0 0,0 0,1-1,0 1,-1-1,1 0,0 0,1-1,-1 0,0 0,1 0,-1 0,1-1,0 0,-1 0,1-1,0 1,11-2,2-1,0-1,-1 0,1-2,-1 0,0-1,0-1,-1 0,0-2,0 0,20-14,9-10,-2-2,50-48,-48 37,81-100,-113 126,0-1,0 0,-2 0,-1-1,-1-1,0 0,-2 0,7-33,-14 55,-1 0,1 0,-1-1,0 1,1-1,-1 1,0 0,0-1,0 1,0-1,0 1,0 0,0-1,-1 1,1-1,0 1,-1 0,1-1,-1 1,0 0,1 0,-1-1,0 1,0 0,1 0,-1 0,-2-2,1 3,1 0,0 1,-1-1,1 0,-1 0,1 1,0-1,-1 1,1 0,0-1,0 1,-1 0,1-1,0 1,0 0,0 0,0 0,0 0,0 0,0 0,0 1,1-1,-1 0,0 0,0 3,-5 6,1-1,0 1,1 1,0-1,1 1,0-1,-3 18,6-26,-1 1,1-1,0 1,0-1,-1 0,1 1,1-1,-1 1,0-1,1 0,-1 1,1-1,0 0,-1 0,1 1,0-1,1 0,-1 0,0 0,0 0,1 0,0 0,-1-1,1 1,0 0,0-1,-1 1,1-1,0 0,1 1,-1-1,0 0,0-1,0 1,1 0,-1 0,0-1,1 0,-1 1,1-1,3 0,5-1,0 1,-1-2,1 1,0-2,-1 1,0-1,17-8,1-2,44-28,-9-4,-2-2,-2-4,-2-1,-3-3,-2-3,-3-2,66-102,-102 142,-1-1,16-39,-26 53,1-1,-1 0,0 1,0-1,-1 0,0 0,-1 0,0 0,0 0,0 0,-3-12,-9-4,3 22,0 16,5 7,0-1,1 1,1 1,2 33,-1-31,-1 39,-1-13,3 0,1 0,3 0,15 78,-17-119,1 0,0 0,0 0,1-1,0 1,1-1,0 0,7 8,-10-13,1 0,0-1,0 1,0-1,0 1,0-1,0 0,1-1,-1 1,1 0,-1-1,1 0,-1 0,1 0,0 0,0 0,0-1,-1 0,1 0,0 0,0 0,6-2,2-1,0 0,-1-1,1-1,-1 0,0-1,0 0,-1 0,1-1,-1-1,-1 0,10-10,-7 7,-1 0,-1-1,0-1,-1 1,0-2,0 1,-2-1,9-20,-15 31,0 1,-1-1,1 0,0 1,-1-1,0 0,1 1,-1-1,0 0,-1 0,1 1,0-1,-1 0,1 1,-1-1,0 0,0 1,0-1,0 1,-1-1,1 1,-2-3,1 4,1 0,-1 0,1 0,-1 0,1 0,-1 0,0 1,1-1,-1 1,0-1,0 1,1-1,-1 1,0 0,0 0,0 0,1 0,-1 0,0 1,0-1,1 0,-1 1,0-1,0 1,1 0,-1 0,1-1,-1 1,1 0,-1 0,1 0,-1 1,1-1,-2 3,-10 9,1 0,0 2,1-1,1 1,0 1,1 0,-13 33,-1-2,12-25,1-7,2 0,0 1,1 0,0 1,1 0,1 0,1 0,1 0,-3 29,6-45,-1 0,1 0,0 1,0-1,0 0,0 1,0-1,0 0,1 1,-1-1,0 0,1 0,-1 1,1-1,-1 0,1 0,-1 0,1 0,0 0,0 1,-1-1,1-1,0 1,0 0,0 0,0 0,0 0,0-1,0 1,1 0,-1-1,0 1,0-1,3 1,-3 0,0-1,0 1,0-1,0 1,0 0,0 0,0-1,0 1,0 0,0 0,-1 0,1 0,0 0,-1 0,1 0,0 0,-1 0,0 1,1-1,-1 0,1 0,-1 0,0 0,0 1,0-1,0 0,0 0,0 1,0 1,-7 47,4-33,-33 165,-11 79,46-255,0 1,1 0,0-1,0 1,0 0,1-1,3 13,-4-17,1-1,0 1,0-1,0 1,0-1,0 0,0 1,0-1,0 0,1 0,-1 0,1 0,-1 0,0 0,1 0,-1 0,1-1,0 1,-1-1,1 1,0-1,-1 1,1-1,0 0,-1 0,1 0,0 0,-1 0,1 0,0-1,-1 1,1 0,0-1,-1 0,1 1,-1-1,3-1,26-10,0-2,-1-2,0 0,48-38,-69 49,221-176,-197 152,-1-1,-2-2,-2-1,42-65,-37 32,-30 62,-1 0,0 0,1 0,-2 0,1 0,0 0,-1 0,0 0,0 0,0 0,-1 0,1 0,-2-7,1 11,1-1,0 0,0 0,-1 0,1 1,-1-1,1 0,-1 0,1 1,-1-1,1 0,-1 1,0-1,1 1,-1-1,0 1,1-1,-1 1,0-1,0 1,1 0,-1-1,0 1,0 0,0 0,0 0,0-1,1 1,-1 0,0 0,0 0,0 1,0-1,0 0,1 0,-1 0,0 0,0 1,-1 0,-33 22,8 4,2 1,1 1,-38 60,-15 20,58-90,18-19,1 0,0 0,0 1,0-1,0 0,-1 0,1 0,0 0,0 0,-1 1,1-1,0 0,0 0,-1 0,1 0,0 0,0 0,0 0,-1 0,1 0,0 0,0 0,-1 0,1 0,0 0,0 0,-1 0,1 0,0 0,0 0,-1-1,1 1,0 0,0 0,0 0,-1 0,1 0,0-1,-1-34,2 14,1-17,-1 0,-3 1,-1-1,-1 1,-2 0,-2 0,-16-47,22 78,-1 0,0 1,0-1,0 1,-1 0,1-1,-1 2,0-1,-1 0,1 1,-1 0,0 0,0 0,0 1,-1 0,1 0,-1 0,0 0,1 1,-1 0,0 0,0 1,-1 0,-11-1,-4 2,0 0,1 2,-1 1,1 1,-1 0,-20 8,-29 11,1 2,1 4,-111 64,62-20,-118 96,200-142,-1-3,-1 0,-1-3,-44 17,66-30,0 0,0 1,0 1,1 1,1 0,0 1,0 0,-15 19,25-25,0 0,0 0,1 1,0-1,0 1,0 0,1 0,0 0,1 0,0 1,0-1,0 1,1 0,0-1,1 1,-1 0,2 0,-1-1,1 1,0 0,0-1,1 1,3 8,20 36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21:17:08.10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3120 238,'3232'0,"-3159"-6,-71 6,-1 0,0 0,0 0,0-1,0 1,0 0,0-1,1 1,-1-1,0 1,0-1,0 1,0-1,-1 0,1 1,0-1,0 0,0 0,0 0,0-1,-1 1,-1-1,1 1,-1 0,1 0,-1-1,0 1,0 0,0 0,1 0,-1 0,0 0,0 0,0 0,-1 0,1 0,0 1,0-1,0 0,-1 1,1-1,0 1,-3-1,-40-18,-2 3,1 2,-2 2,-76-10,-174-19,-87 8,-1246-7,-2 78,982-18,202-8,-535 32,890-40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21:17:10.36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1426 288,'679'47,"597"53,2-87,-966-21,-1-14,-1-14,544-135,-445 48,-310 92,-84 26,6-1,0-1,-1 0,31-17,-51 24,0 0,-1 0,1 0,0-1,0 1,0 0,-1 0,1 0,0 0,0 0,0 0,0-1,0 1,-1 0,1 0,0 0,0 0,0-1,0 1,0 0,0 0,0 0,0-1,0 1,0 0,0 0,0 0,0-1,0 1,0 0,0 0,0-1,0 1,0 0,0 0,0 0,0-1,0 1,0 0,0 0,0 0,1-1,-23 6,0 1,0 0,1 2,-26 12,-5 2,-1139 373,-34-88,1177-296,-1412 284,-1-74,1449-220,-691 82,513-69,-318-17,440-6,66 9,0 0,1-1,-1 1,0 0,0-1,1 0,-1 1,1-1,-1 0,1 0,-1 0,1 0,-1 0,1 0,0 0,-2-1,3 0,0 1,0 0,1 0,-1 0,0 0,1 0,-1 0,0 0,1 0,-1 0,1 0,0 0,-1 0,1 1,0-1,-1 0,1 0,0 1,0-1,0 0,0 1,0-1,0 1,0-1,0 1,0-1,0 1,1-1,28-13,0 1,1 1,0 2,34-7,12-3,204-56,114-14,122 1,107 3,99 10,87 17,1636-29,-881 41,-1064 26,-138-1,35-24,-390 44,66-15,-70 15,1 1,-1-1,1 0,-1 0,0 0,0 0,0-1,0 0,0 1,-1-2,5-3,-8 7,1-1,-1 1,0-1,1 0,-1 1,0-1,1 1,-1-1,0 1,0-1,0 0,0 1,0-1,1 0,-1 1,0-1,0 0,-1 1,1-1,0 1,0-1,0 0,0 1,0-1,-1 1,1-1,0 0,-1 1,1-1,0 1,-1-1,1 1,0-1,-1 1,1-1,-1 1,1 0,-1-1,1 1,-1 0,0-1,1 1,-1 0,-1-1,-7-3,0 1,0 0,0 1,-1-1,1 2,-12-2,-356-16,255 17,-372-8,-184-2,-174-10,-527-28,-321-9,25 34,1076 37,183 15,175 3,181-16,59-14,0 0,0 1,0-1,0 0,0 0,1 1,-1-1,0 0,0 1,0-1,1 1,-1-1,0 1,0-1,1 1,-1-1,1 1,-1 0,0-1,1 1,-1 0,1 0,-1 1,1-1,1 0,0 0,0 0,0 0,0-1,0 1,0 0,0-1,0 1,0 0,0-1,0 1,1-1,-1 0,0 1,0-1,0 0,2 0,56 10,172 4,154-6,142-4,129-2,122-3,1169 21,255-1,-1527-33,-89-22,-94-15,-111-2,442-121,-810 170,42-9,-2-3,57-26,-107 41,-1 0,1 0,-1 0,0 0,1-1,-1 1,0-1,0 0,0 0,3-3,-5 5,0-1,0 0,0 1,0-1,0 1,-1-1,1 1,0-1,0 0,0 1,0-1,-1 1,1-1,0 1,0-1,-1 1,1-1,-1 1,1 0,0-1,-1 1,1-1,-1 1,1 0,-1-1,1 1,-1 0,1 0,-1-1,1 1,-1 0,1 0,-1 0,1 0,-1 0,0-1,1 1,-1 0,1 0,-2 1,-35-8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21:23:09.42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20662 2132,'1'0,"0"1,0-1,0 0,0 0,1 0,-1 0,0 0,0 0,0 0,0-1,0 1,0 0,0 0,0-1,-1 1,1-1,0 1,0-1,0 1,0-1,0 0,-1 1,1-1,0 0,0 0,-1 1,1-1,-1 0,1 0,-1 0,1 0,-1 0,1 0,-1-1,0 0,0 1,-1-1,1 1,-1-1,0 1,0-1,1 1,-1-1,0 1,0 0,0-1,0 1,-1 0,1 0,0 0,0 0,-1 0,1 0,0 0,-1 0,1 1,-1-1,1 1,-3-1,-1124-407,15 129,737 190,-650-127,869 185,-27-5,-191-10,-860 22,156 10,-1048-134,-214 0,1584 110,-1784-190,2302 198,-2010-218,1479 197,69 20,91 16,98 10,98 6,-99 8,380-5,50-1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21:23:12.73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15344 973,'-83'0,"0"4,1 3,0 4,-111 29,77-11,-1-5,-1-5,-1-5,-157-2,-1669-15,1001-36,165 2,-328 35,-598-22,-484-153,2165 175,-1911-170,1400 151,-519-31,-775-10,1800 59,29 3,0-1,0 1,0 0,0-1,0 1,0 0,0-1,0 1,0 0,1-1,-1 1,0 0,0-1,0 1,0 0,1-1,-1 1,0 0,0 0,0-1,1 1,-1 0,0 0,1 0,-1-1,0 1,0 0,1 0,-1 0,0 0,1 0,-1 0,0-1,1 1,-1 0,0 0,1 0,0 0,64-17,108-3,235 3,-281 14,286-1,76 16,941 106,-1 85,467 161,-1611-306,324 75,56 10,1-32,1120 25,-381-128,-1276-19,171-37,12-2,-148 25,-2-7,187-64,-273 74,17 4,-66 14,43-12,-52 6,-18 9,-1 0,1 1,0-1,0 0,0 0,-1 1,1-1,0 0,-1 1,1-1,0 0,-1 1,1-1,-1 1,1-1,-1 1,1-1,-1 1,0-1,1 1,-1-1,1 1,-1 0,0 0,1-1,-1 1,0 0,0 0,1-1,-2 1,-25-10,-1 0,1 2,-41-7,-2 0,-795-175,-14 46,871 143,-1417-155,-7 108,1310 52,-126 22,241-26,0 2,-1-1,1 1,0 0,-11 6,12 1,19 2,4-6,0 0,0-2,32 4,169 10,108-5,2462 3,-1919-18,-40-38,-197 5,-581 35,-6 1,1-3,80-13,-110 10,-18 2,-41-2,-1059-131,398 45,-140-9,-168-13,-1334-112,-7 87,2143 131,101 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21:23:14.58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6106 1578,'0'-2,"0"-1,-1 0,0 1,1-1,-1 1,0 0,0-1,0 1,-1 0,1-1,-1 1,1 0,-1 0,1 0,-5-3,-38-30,18 15,-17-12,-1 2,-1 2,-2 2,-86-36,-220-58,281 98,-1208-357,-2015-332,2621 639,652 73,16 3,8-1,0-1,0 0,0 0,1 0,-1 0,1 0,-1 0,1-1,5 3,34 16,1-1,0-2,2-2,79 17,-57-16,381 88,210 23,1857 215,-1744-265,-86-26,-100-20,-99-17,-112-11,54-23,-344 5,-69 7,-15 7,0 1,1 0,-1-1,0 1,0 0,0-1,0 1,0 0,0-1,0 1,0 0,0-1,0 1,0 0,0-1,0 1,0 0,0-1,0 1,0 0,0-1,0 1,-1 0,1-1,0 1,0 0,0-1,-1 1,1 0,0 0,-1-1,-4-3,-1 0,1 0,-1 1,0-1,-1 2,1-1,-10-3,-271-68,226 61,-900-156,-9 48,894 112,-1412-116,1092 96,-113-36,391 38,80 19,94 24,184 50,1143 344,-1244-355,-136-54,1 0,-1 0,0 1,0-1,0 1,0 0,0 0,0 0,-1 0,1 1,-1-1,1 1,-1 0,0-1,4 7,-6-8,0 0,0 0,0-1,0 1,0 0,-1 0,1 0,0 0,0-1,-1 1,1 0,0 0,-1 0,1-1,-1 1,1 0,-1-1,1 1,-1 0,0-1,1 1,-2 0,-31 17,-55 12,-2-5,-175 26,26-6,168-24,62-10,22 0,12-2,49 9,412 84,639 50,-1022-146,-34-5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06T21:23:27.31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75A1AE-2942-6917-3045-A1AE17888D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BB32F38-272B-A674-8B69-B42EC0AEFC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05F5FF7-61F2-A84D-98F3-0B3FA3C13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654F7A0-13BD-B860-BCD4-4B1E807A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9F61626-0351-A4A0-0021-93B2A30A9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718865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C68822-D1AD-E447-C785-FED49876E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3C5301C-47E9-A32F-2023-522991327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6385A51-476A-2D77-1673-553845172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672F272-0FAF-6425-B8E8-6737C140F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AF03ABC-15C2-820D-31ED-338C1300F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204797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5293D9-1CAD-D569-E17D-12A0446F4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EC5FDAD-4D26-3B11-8716-35E605295D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4E277A-7874-9204-9B71-FD08E96C4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0B10F27-A388-5E0E-A999-41BCC1069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E2BBB44-E879-FCA2-2681-7EBE2C95C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876302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43BFDF-F822-4A7A-DF7B-07813696D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392EC69-2EE0-DDBE-47BD-4BE30D8C40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88D3263-9169-F608-B81F-4A27494F45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6FE9732-5D29-91EB-B2ED-EFFEC8F82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AA12E39-4AF2-E18E-6F44-B57F9BDBA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A722589-E0F0-4CEE-1780-04811A775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15056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882C16-6096-CEF6-894C-8BD949824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EA563DB-E419-DFEC-D05E-FCA6DA591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815E999-995A-3FEF-D716-9FE0AF04CE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6204300-870A-72C4-4DB9-AB57A23DAC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F686C12-EE5A-7CBF-9C9A-AE73438712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5749A41-35C0-7C16-A535-3E25A0DB7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BE9C137-AED4-8280-2812-429F9CA60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D70344E-178B-A18D-8532-BDFE6A908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7266311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20E2AF-5617-8A13-402A-E83301C98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0CC4910-803C-5363-3F88-F692F6FFA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30B7278-0FBA-B0EE-C7F8-E2E29C3FE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329059A-45D8-D14B-7CBB-8771E81F7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633755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46B6356-2198-B0C4-BB74-485DF1E49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5C201AD-2789-11F8-D5CD-BCFAAA6A7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B261909-7DF2-DD6F-0036-975F1B588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283629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DA81D5-3578-7E26-FB68-D57C6A096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F0B8DFA-7124-03C8-89D0-CB940FABF3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52481D2-2199-EE52-9F28-7BDE529581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C3A9625-DAEE-4648-BBDE-FE3DA5455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1D1328C-AB75-3B71-EF8F-43926DB04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FCDC206-774B-4AC8-7048-BBBE637D3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327167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2B3CBA-8625-A30C-C155-8834255B8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621F7DBF-7E35-FD38-7B6E-C3AAC1F8F1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72FE207-94EF-92DC-479C-D624FA36ED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CDDDFAF-42A1-C5FE-6217-5DA8CDB88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E790CB8-BCC5-86C5-0D86-2AFB841CD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28E128C-044B-71A9-6CDD-CF1DB84CE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6969010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049AA8-5A5B-1D68-2188-6ECB3BFD9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CDDFD62-744C-42A2-F47E-DBF074CDF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CB936C7-76F5-0A9D-5FC2-302862ACF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18A1A9E-E41A-1411-6508-BF4E040C4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30F74D7-04F9-0227-A406-77EE47B0B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8974685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2A995E1-7980-868F-043C-F7CAA8FAA4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0ADA3E4-2936-72E9-4E76-2C329E8D24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276864B-5FDD-D9DF-A818-09903B265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D9DCA49-A072-2E1D-F135-04FCA7F8F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3C19599-C7D0-B7AC-C719-CB31F213F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699554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E6B99F8-5780-3C97-9DEC-DB2CEAB60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D43F2EE-3A17-CD2A-6353-F34A27DD6B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4CB939-AD7C-0229-8AAF-A8721CE0FB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23B7C5-9ED9-4209-AD82-4E7D58CDB7A1}" type="datetimeFigureOut">
              <a:rPr lang="es-GT" smtClean="0"/>
              <a:t>6/04/2026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9EAF5EA-40E0-2677-E77C-29F3D431D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44F2153-68A7-0050-C527-0FA3835202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70D770-2E61-4934-946E-36B86139AAA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7309474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G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png"/><Relationship Id="rId5" Type="http://schemas.openxmlformats.org/officeDocument/2006/relationships/customXml" Target="../ink/ink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customXml" Target="../ink/ink4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customXml" Target="../ink/ink5.xml"/><Relationship Id="rId7" Type="http://schemas.openxmlformats.org/officeDocument/2006/relationships/customXml" Target="../ink/ink7.xm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8.png"/><Relationship Id="rId5" Type="http://schemas.openxmlformats.org/officeDocument/2006/relationships/customXml" Target="../ink/ink6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73E157-B688-B0DA-0170-61AE228343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 dirty="0"/>
              <a:t>INICIAMOS HACIENDO OTRO ML DRENAJE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588536F-467D-7648-F2D7-289FDAFA22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227377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7B98AB5F-3916-8F7B-011E-AE2436936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Importante la escala ML LUEGO VER SCALE  0.30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AA2FE66-B0AD-58F7-A321-50E30B3D4D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854" y="1331328"/>
            <a:ext cx="7706801" cy="3829584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A3AEE59B-4FE3-5A3F-2D1A-984EADC28E77}"/>
                  </a:ext>
                </a:extLst>
              </p14:cNvPr>
              <p14:cNvContentPartPr/>
              <p14:nvPr/>
            </p14:nvContentPartPr>
            <p14:xfrm>
              <a:off x="5526554" y="2304388"/>
              <a:ext cx="714600" cy="38304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A3AEE59B-4FE3-5A3F-2D1A-984EADC28E7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72554" y="2196388"/>
                <a:ext cx="822240" cy="59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E9C286BC-A00C-DC2D-9E9A-5858AD913C4D}"/>
                  </a:ext>
                </a:extLst>
              </p14:cNvPr>
              <p14:cNvContentPartPr/>
              <p14:nvPr/>
            </p14:nvContentPartPr>
            <p14:xfrm>
              <a:off x="5922554" y="4355308"/>
              <a:ext cx="839880" cy="56556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E9C286BC-A00C-DC2D-9E9A-5858AD913C4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868554" y="4247308"/>
                <a:ext cx="947520" cy="781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60055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548D10-26FC-DC41-5886-7BF0F64B0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AHORA USAR MLEDIT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72AEBD9-21C9-FCD9-26CD-55557F29D8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4630" y="1372749"/>
            <a:ext cx="4539547" cy="481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923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A25DDB-3CFC-73FE-D544-E671E1C46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B23992B-99F4-8C33-EBA0-81A457651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445" y="1319046"/>
            <a:ext cx="5666610" cy="5061634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6C879693-0552-9A75-C4D7-699CCED7111B}"/>
              </a:ext>
            </a:extLst>
          </p:cNvPr>
          <p:cNvSpPr txBox="1"/>
          <p:nvPr/>
        </p:nvSpPr>
        <p:spPr>
          <a:xfrm>
            <a:off x="7146388" y="2475914"/>
            <a:ext cx="310896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sz="5400" dirty="0"/>
              <a:t>Se  corta el del primer </a:t>
            </a:r>
            <a:r>
              <a:rPr lang="es-GT" sz="5400" dirty="0" err="1"/>
              <a:t>click</a:t>
            </a:r>
            <a:endParaRPr lang="es-GT" sz="5400" dirty="0"/>
          </a:p>
        </p:txBody>
      </p:sp>
    </p:spTree>
    <p:extLst>
      <p:ext uri="{BB962C8B-B14F-4D97-AF65-F5344CB8AC3E}">
        <p14:creationId xmlns:p14="http://schemas.microsoft.com/office/powerpoint/2010/main" val="4271729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1B15EB-3F0A-79F1-4C6C-EAB756B51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Open </a:t>
            </a:r>
            <a:r>
              <a:rPr lang="es-GT" dirty="0" err="1"/>
              <a:t>cross</a:t>
            </a:r>
            <a:endParaRPr lang="es-GT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6225F01-9262-A172-BC89-823F2C8422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285" y="1977893"/>
            <a:ext cx="5544003" cy="4152002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B8CCD184-2E61-9E88-74E1-53D9EFB345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7039" y="2531066"/>
            <a:ext cx="2931448" cy="3045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1714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342AA3-D2D2-30E0-E9BA-DCE691351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5BEFE2B-43CC-FE3B-5BE5-C3CA6DAF9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992" y="1510852"/>
            <a:ext cx="3660464" cy="383629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24A0AF7C-FE1B-499A-2991-70063497E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5555" y="1690688"/>
            <a:ext cx="1732513" cy="1769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600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76DC02-F345-3A2D-3DF1-C80EAD05B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65915B6-7A05-6186-18DE-7ECD14C4A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026" y="1342418"/>
            <a:ext cx="3100840" cy="276478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CA263837-AFC6-7B5E-32F0-0370538193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013" y="3998497"/>
            <a:ext cx="3000794" cy="2172003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EE4F648A-299C-40EA-9969-5612F6E2E3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2337" y="1342418"/>
            <a:ext cx="2514037" cy="2514037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BA4D76BA-0833-545F-1538-41DC947CCA52}"/>
              </a:ext>
            </a:extLst>
          </p:cNvPr>
          <p:cNvSpPr txBox="1"/>
          <p:nvPr/>
        </p:nvSpPr>
        <p:spPr>
          <a:xfrm>
            <a:off x="6780628" y="4783015"/>
            <a:ext cx="2616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dirty="0"/>
              <a:t>UNE LAS LINEAS</a:t>
            </a:r>
          </a:p>
        </p:txBody>
      </p:sp>
    </p:spTree>
    <p:extLst>
      <p:ext uri="{BB962C8B-B14F-4D97-AF65-F5344CB8AC3E}">
        <p14:creationId xmlns:p14="http://schemas.microsoft.com/office/powerpoint/2010/main" val="2704768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00EF48-66BB-B0AA-579C-94936D062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VERTEX, SOLO EXTENDEMOS LAS LINEAS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24B70CC-8A8D-37D2-31DF-38715C5A8F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994" y="1690688"/>
            <a:ext cx="3426637" cy="334694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75A57DF1-F56C-812E-1738-D07AD236EB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016" y="1418944"/>
            <a:ext cx="5334744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3704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AD8CEE-1919-90A3-2336-C23AD5784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BORRAR VERTICE, CUALQUIER ESQUINA QUE SELECCIONEMOSO SE QUITA 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A55D358-D8B0-0106-BE35-0F01952A7E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032" y="2477161"/>
            <a:ext cx="6198531" cy="401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145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2F4AD8-78F7-AABA-C33F-B663DF940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CORTE INDIVIDAL SOBRE MULTIIINEA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FA8806C-0B73-0E82-8D96-CA74D63ED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073" y="2485987"/>
            <a:ext cx="5982535" cy="368668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D2254DDA-711C-9962-5049-16B2F319D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4412" y="1945508"/>
            <a:ext cx="3198056" cy="3642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0544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1B96BD-E6E5-7EDC-7A8C-29D6C5305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Se corta  la fracción completa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681F99F-F34B-74E8-516A-0E27596FF2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501" y="1690688"/>
            <a:ext cx="8621347" cy="4514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4403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F07596-9990-4588-036A-660304CF2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Luego se une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5083399-31A6-0CB7-AE0D-E5F119E5F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6778" y="1502690"/>
            <a:ext cx="5578444" cy="5547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5893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23868D-6EAD-9EEA-C4CD-E3325BA92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30885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s-GT" dirty="0"/>
              <a:t>Tomar en cuenta que la ventaja es que están todos unidos al seleccionar, ES DECIR QUE SE SELECCIONAN TODOS SIN SENTIR QUE ESTAN CORTADOS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58EF889-EFB3-169A-20AE-84BB7F9747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685" y="2499390"/>
            <a:ext cx="9202434" cy="377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0834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EA5144-0F8D-E377-207C-5FEA5ADC8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Para pasar las líneas atrás y poder quitar una parte de la multilínea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5A342CB-E179-7ED3-CB78-07A43D4F4C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224" y="1793094"/>
            <a:ext cx="5615683" cy="4699781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FC4A4F78-BFDD-2AA8-6633-B6A5D35CEDCD}"/>
                  </a:ext>
                </a:extLst>
              </p14:cNvPr>
              <p14:cNvContentPartPr/>
              <p14:nvPr/>
            </p14:nvContentPartPr>
            <p14:xfrm>
              <a:off x="2688674" y="4106548"/>
              <a:ext cx="2321280" cy="8568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FC4A4F78-BFDD-2AA8-6633-B6A5D35CEDC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635034" y="3998908"/>
                <a:ext cx="2428920" cy="30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CE21DC04-8658-9AF9-F7E7-418A0B6D39A7}"/>
                  </a:ext>
                </a:extLst>
              </p14:cNvPr>
              <p14:cNvContentPartPr/>
              <p14:nvPr/>
            </p14:nvContentPartPr>
            <p14:xfrm>
              <a:off x="4691714" y="4102228"/>
              <a:ext cx="3733200" cy="50220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CE21DC04-8658-9AF9-F7E7-418A0B6D39A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637714" y="3994228"/>
                <a:ext cx="3840840" cy="717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714674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A762EB-A75B-DCE7-3A3F-5AF21E804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32411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s-GT" dirty="0"/>
              <a:t>Para los </a:t>
            </a:r>
            <a:r>
              <a:rPr lang="es-GT" dirty="0" err="1"/>
              <a:t>endpoints</a:t>
            </a:r>
            <a:r>
              <a:rPr lang="es-GT" dirty="0"/>
              <a:t> o las líneas </a:t>
            </a:r>
            <a:r>
              <a:rPr lang="es-GT" dirty="0" err="1"/>
              <a:t>guias</a:t>
            </a:r>
            <a:r>
              <a:rPr lang="es-GT" dirty="0"/>
              <a:t> para colocar o para cortar mejor, primero el ML, luego los </a:t>
            </a:r>
            <a:r>
              <a:rPr lang="es-GT" dirty="0" err="1"/>
              <a:t>endpoints</a:t>
            </a:r>
            <a:r>
              <a:rPr lang="es-GT" dirty="0"/>
              <a:t> SHFT Y CLICK DERECHO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0703807-5166-D598-4277-FAE72D135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6131" y="2122877"/>
            <a:ext cx="5125165" cy="4553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1217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864BA7-37AD-50ED-E3F4-CFEADCF88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ASI QUEDARIA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862CE9A-BBD1-289C-DCB4-F90A10510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0765" y="2134535"/>
            <a:ext cx="5134255" cy="43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0815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A08688-E545-BAC7-5CCB-5A562131B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SE HACE 2 VECES EL ENDOINT PARA EL OTRO LADO DE ABAJO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BDAFF23-E0E8-6CEC-5380-64AC86578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648" y="1624921"/>
            <a:ext cx="5468113" cy="4867954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7172C180-0447-066B-DE8D-8B8571FF0034}"/>
              </a:ext>
            </a:extLst>
          </p:cNvPr>
          <p:cNvSpPr txBox="1"/>
          <p:nvPr/>
        </p:nvSpPr>
        <p:spPr>
          <a:xfrm>
            <a:off x="7934178" y="2769549"/>
            <a:ext cx="2743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GT" sz="3600" b="1" dirty="0"/>
              <a:t>ASI QUEDA 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6F40BDED-FB11-AB40-3115-BC2D1E084477}"/>
                  </a:ext>
                </a:extLst>
              </p14:cNvPr>
              <p14:cNvContentPartPr/>
              <p14:nvPr/>
            </p14:nvContentPartPr>
            <p14:xfrm>
              <a:off x="-2444566" y="2734948"/>
              <a:ext cx="7449120" cy="76788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6F40BDED-FB11-AB40-3115-BC2D1E08447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2498566" y="2627308"/>
                <a:ext cx="7556760" cy="9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53D57018-60D4-0E88-0DBD-2A79D0C96F53}"/>
                  </a:ext>
                </a:extLst>
              </p14:cNvPr>
              <p14:cNvContentPartPr/>
              <p14:nvPr/>
            </p14:nvContentPartPr>
            <p14:xfrm>
              <a:off x="131511" y="4840228"/>
              <a:ext cx="5524200" cy="631800"/>
            </p14:xfrm>
          </p:contentPart>
        </mc:Choice>
        <mc:Fallback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53D57018-60D4-0E88-0DBD-2A79D0C96F5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7511" y="4732228"/>
                <a:ext cx="5631840" cy="84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8" name="Entrada de lápiz 7">
                <a:extLst>
                  <a:ext uri="{FF2B5EF4-FFF2-40B4-BE49-F238E27FC236}">
                    <a16:creationId xmlns:a16="http://schemas.microsoft.com/office/drawing/2014/main" id="{B1D869E4-C02F-613D-64EB-08000E68B58D}"/>
                  </a:ext>
                </a:extLst>
              </p14:cNvPr>
              <p14:cNvContentPartPr/>
              <p14:nvPr/>
            </p14:nvContentPartPr>
            <p14:xfrm>
              <a:off x="2682831" y="3201868"/>
              <a:ext cx="2680200" cy="568440"/>
            </p14:xfrm>
          </p:contentPart>
        </mc:Choice>
        <mc:Fallback>
          <p:pic>
            <p:nvPicPr>
              <p:cNvPr id="8" name="Entrada de lápiz 7">
                <a:extLst>
                  <a:ext uri="{FF2B5EF4-FFF2-40B4-BE49-F238E27FC236}">
                    <a16:creationId xmlns:a16="http://schemas.microsoft.com/office/drawing/2014/main" id="{B1D869E4-C02F-613D-64EB-08000E68B58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29191" y="3094228"/>
                <a:ext cx="2787840" cy="784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07359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CAC877-FB9D-902A-3BB6-E579E346E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Entrada de lápiz 2">
                <a:extLst>
                  <a:ext uri="{FF2B5EF4-FFF2-40B4-BE49-F238E27FC236}">
                    <a16:creationId xmlns:a16="http://schemas.microsoft.com/office/drawing/2014/main" id="{2938B7CC-F1D2-D002-03A8-451F86033F11}"/>
                  </a:ext>
                </a:extLst>
              </p14:cNvPr>
              <p14:cNvContentPartPr/>
              <p14:nvPr/>
            </p14:nvContentPartPr>
            <p14:xfrm>
              <a:off x="3896474" y="3234988"/>
              <a:ext cx="360" cy="360"/>
            </p14:xfrm>
          </p:contentPart>
        </mc:Choice>
        <mc:Fallback>
          <p:pic>
            <p:nvPicPr>
              <p:cNvPr id="3" name="Entrada de lápiz 2">
                <a:extLst>
                  <a:ext uri="{FF2B5EF4-FFF2-40B4-BE49-F238E27FC236}">
                    <a16:creationId xmlns:a16="http://schemas.microsoft.com/office/drawing/2014/main" id="{2938B7CC-F1D2-D002-03A8-451F86033F1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842474" y="3126988"/>
                <a:ext cx="108000" cy="21600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Imagen 4">
            <a:extLst>
              <a:ext uri="{FF2B5EF4-FFF2-40B4-BE49-F238E27FC236}">
                <a16:creationId xmlns:a16="http://schemas.microsoft.com/office/drawing/2014/main" id="{3FBD5C35-E6C7-1A9B-FA14-B6613A92C2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9788" y="976847"/>
            <a:ext cx="5052423" cy="4904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0329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6B724B-0919-DC56-77F2-F914CD24A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2010154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210F3E-DB87-BC82-69D6-614F60597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356459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11AC85-FF8B-915F-0571-6FE2926D9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479498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8BB90D-8BEE-57A2-D162-32668A942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7838607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4F0CC0-5A13-6BD4-3123-DED15F9D3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7892280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358F3B-3B81-A12E-A8B5-2243ABACF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6185451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F66EB3-CAAF-E6F1-6704-A3801D6A6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2180783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017552-A5F4-1986-01A7-107BE721E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6029005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039EE8-6D09-0DE4-BD0D-30CC3EFB7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9330180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05C869-EFBC-4B6B-E424-6C94167DB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4532316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5FD0AF-698A-C227-AF0A-4849CE0AC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0745936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9ED982-9D41-CA06-6D36-B1BB6C3E8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0674482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FC1112-8B66-344D-FA57-7448C97B6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7144452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11941E-1596-45D7-8A0A-8F50773E4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19968472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409</TotalTime>
  <Words>133</Words>
  <Application>Microsoft Office PowerPoint</Application>
  <PresentationFormat>Panorámica</PresentationFormat>
  <Paragraphs>17</Paragraphs>
  <Slides>32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32</vt:i4>
      </vt:variant>
    </vt:vector>
  </HeadingPairs>
  <TitlesOfParts>
    <vt:vector size="36" baseType="lpstr">
      <vt:lpstr>Arial</vt:lpstr>
      <vt:lpstr>Calibri</vt:lpstr>
      <vt:lpstr>Calibri Light</vt:lpstr>
      <vt:lpstr>Tema de Office</vt:lpstr>
      <vt:lpstr>INICIAMOS HACIENDO OTRO ML DRENAJE </vt:lpstr>
      <vt:lpstr>Importante la escala ML LUEGO VER SCALE  0.30</vt:lpstr>
      <vt:lpstr>AHORA USAR MLEDIT</vt:lpstr>
      <vt:lpstr>Presentación de PowerPoint</vt:lpstr>
      <vt:lpstr>Open cross</vt:lpstr>
      <vt:lpstr>Presentación de PowerPoint</vt:lpstr>
      <vt:lpstr>Presentación de PowerPoint</vt:lpstr>
      <vt:lpstr>VERTEX, SOLO EXTENDEMOS LAS LINEAS</vt:lpstr>
      <vt:lpstr>BORRAR VERTICE, CUALQUIER ESQUINA QUE SELECCIONEMOSO SE QUITA  </vt:lpstr>
      <vt:lpstr>CORTE INDIVIDAL SOBRE MULTIIINEA </vt:lpstr>
      <vt:lpstr>Se corta  la fracción completa </vt:lpstr>
      <vt:lpstr>Luego se une </vt:lpstr>
      <vt:lpstr>Tomar en cuenta que la ventaja es que están todos unidos al seleccionar, ES DECIR QUE SE SELECCIONAN TODOS SIN SENTIR QUE ESTAN CORTADOS </vt:lpstr>
      <vt:lpstr>Para pasar las líneas atrás y poder quitar una parte de la multilínea </vt:lpstr>
      <vt:lpstr>Para los endpoints o las líneas guias para colocar o para cortar mejor, primero el ML, luego los endpoints SHFT Y CLICK DERECHO</vt:lpstr>
      <vt:lpstr>ASI QUEDARIA </vt:lpstr>
      <vt:lpstr>SE HACE 2 VECES EL ENDOINT PARA EL OTRO LADO DE ABAJO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Carreto</dc:creator>
  <cp:lastModifiedBy>Ivan Carreto</cp:lastModifiedBy>
  <cp:revision>4</cp:revision>
  <dcterms:created xsi:type="dcterms:W3CDTF">2026-04-03T00:52:44Z</dcterms:created>
  <dcterms:modified xsi:type="dcterms:W3CDTF">2026-04-06T23:03:59Z</dcterms:modified>
</cp:coreProperties>
</file>