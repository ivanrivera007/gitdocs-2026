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77" r:id="rId11"/>
    <p:sldId id="278" r:id="rId12"/>
    <p:sldId id="279" r:id="rId13"/>
    <p:sldId id="280" r:id="rId14"/>
    <p:sldId id="281" r:id="rId15"/>
    <p:sldId id="282" r:id="rId16"/>
    <p:sldId id="283" r:id="rId17"/>
    <p:sldId id="284" r:id="rId18"/>
    <p:sldId id="286" r:id="rId19"/>
    <p:sldId id="287" r:id="rId20"/>
    <p:sldId id="28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58" r:id="rId30"/>
    <p:sldId id="259" r:id="rId31"/>
    <p:sldId id="260" r:id="rId32"/>
    <p:sldId id="261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90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6:37:01.38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1061 1063,'42'0,"1"-2,-1-2,1-1,66-18,-89 16,0 0,0-1,-1 0,0-2,0 0,-1-2,0 0,-1 0,-1-2,0 0,15-19,-26 29,-2 0,1-1,-1 0,1 0,-1 0,-1 0,1 0,-1 0,0-1,0 1,0-1,-1 0,0 0,1-6,-3 5,1 1,-1-1,0 0,-1 1,1-1,-1 1,-1-1,1 1,-1 0,0 0,-1 0,-5-8,-10-10,0 0,-1 2,-2 0,0 2,-29-22,-134-83,108 79,-3 4,-2 3,-98-32,-259-58,298 99,83 19,1-3,-60-22,106 30,13 3,22 2,92 8,144 28,-241-31,0 0,0 1,-1 1,1 1,29 16,-45-22,0 1,0 0,-1 0,1 0,-1 1,0-1,0 1,0-1,0 1,0 0,0-1,-1 1,1 0,-1 0,0 0,0 0,0 0,0 1,-1-1,1 0,-1 0,0 1,0-1,0 6,-2 6,-1 0,-1 0,0 0,-7 17,-3 10,12-36,1 1,-1-1,1 1,1-1,-1 1,1 0,0-1,1 1,0 0,0-1,0 1,1-1,-1 0,2 1,4 9,-3-9,1 0,0 0,1 0,0 0,0-1,0 0,1 0,0 0,0-1,12 7,9 1,0 0,1-2,0-1,1-2,54 9,59 4,185 1,147-22,-425-1,79-1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6:37:03.79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39 796,'-7'20,"0"1,1 0,1 0,2 0,0 0,1 1,1 34,-1-10,0-21,1-1,1 1,2 0,0-1,11 46,-12-64,1-1,0 0,0 1,0-1,1 0,0 0,0 0,0 0,0-1,1 1,0-1,0 0,0 0,0 0,1-1,0 1,-1-1,1 0,0 0,1-1,-1 0,0 0,1 0,-1 0,1-1,0 0,-1 0,1-1,0 1,11-2,2-1,0-1,-1 0,1-2,-1 0,0-1,0-1,-1 0,0-2,0 0,20-14,9-10,-2-2,50-48,-48 37,81-100,-113 126,0-1,0 0,-2 0,-1-1,-1-1,0 0,-2 0,7-33,-14 55,-1 0,1 0,-1-1,0 1,1-1,-1 1,0 0,0-1,0 1,0-1,0 1,0 0,0-1,-1 1,1-1,0 1,-1 0,1-1,-1 1,0 0,1 0,-1-1,0 1,0 0,1 0,-1 0,-2-2,1 3,1 0,0 1,-1-1,1 0,-1 0,1 1,0-1,-1 1,1 0,0-1,0 1,-1 0,1-1,0 1,0 0,0 0,0 0,0 0,0 0,0 0,0 1,1-1,-1 0,0 0,0 3,-5 6,1-1,0 1,1 1,0-1,1 1,0-1,-3 18,6-26,-1 1,1-1,0 1,0-1,-1 0,1 1,1-1,-1 1,0-1,1 0,-1 1,1-1,0 0,-1 0,1 1,0-1,1 0,-1 0,0 0,0 0,1 0,0 0,-1-1,1 1,0 0,0-1,-1 1,1-1,0 0,1 1,-1-1,0 0,0-1,0 1,1 0,-1 0,0-1,1 0,-1 1,1-1,3 0,5-1,0 1,-1-2,1 1,0-2,-1 1,0-1,17-8,1-2,44-28,-9-4,-2-2,-2-4,-2-1,-3-3,-2-3,-3-2,66-102,-102 142,-1-1,16-39,-26 53,1-1,-1 0,0 1,0-1,-1 0,0 0,-1 0,0 0,0 0,0 0,-3-12,-9-4,3 22,0 16,5 7,0-1,1 1,1 1,2 33,-1-31,-1 39,-1-13,3 0,1 0,3 0,15 78,-17-119,1 0,0 0,0 0,1-1,0 1,1-1,0 0,7 8,-10-13,1 0,0-1,0 1,0-1,0 1,0-1,0 0,1-1,-1 1,1 0,-1-1,1 0,-1 0,1 0,0 0,0 0,0-1,-1 0,1 0,0 0,0 0,6-2,2-1,0 0,-1-1,1-1,-1 0,0-1,0 0,-1 0,1-1,-1-1,-1 0,10-10,-7 7,-1 0,-1-1,0-1,-1 1,0-2,0 1,-2-1,9-20,-15 31,0 1,-1-1,1 0,0 1,-1-1,0 0,1 1,-1-1,0 0,-1 0,1 1,0-1,-1 0,1 1,-1-1,0 0,0 1,0-1,0 1,-1-1,1 1,-2-3,1 4,1 0,-1 0,1 0,-1 0,1 0,-1 0,0 1,1-1,-1 1,0-1,0 1,1-1,-1 1,0 0,0 0,0 0,1 0,-1 0,0 1,0-1,1 0,-1 1,0-1,0 1,1 0,-1 0,1-1,-1 1,1 0,-1 0,1 0,-1 1,1-1,-2 3,-10 9,1 0,0 2,1-1,1 1,0 1,1 0,-13 33,-1-2,12-25,1-7,2 0,0 1,1 0,0 1,1 0,1 0,1 0,1 0,-3 29,6-45,-1 0,1 0,0 1,0-1,0 0,0 1,0-1,0 0,1 1,-1-1,0 0,1 0,-1 1,1-1,-1 0,1 0,-1 0,1 0,0 0,0 1,-1-1,1-1,0 1,0 0,0 0,0 0,0 0,0-1,0 1,1 0,-1-1,0 1,0-1,3 1,-3 0,0-1,0 1,0-1,0 1,0 0,0 0,0-1,0 1,0 0,0 0,-1 0,1 0,0 0,-1 0,1 0,0 0,-1 0,0 1,1-1,-1 0,1 0,-1 0,0 0,0 1,0-1,0 0,0 0,0 1,0 1,-7 47,4-33,-33 165,-11 79,46-255,0 1,1 0,0-1,0 1,0 0,1-1,3 13,-4-17,1-1,0 1,0-1,0 1,0-1,0 0,0 1,0-1,0 0,1 0,-1 0,1 0,-1 0,0 0,1 0,-1 0,1-1,0 1,-1-1,1 1,0-1,-1 1,1-1,0 0,-1 0,1 0,0 0,-1 0,1 0,0-1,-1 1,1 0,0-1,-1 0,1 1,-1-1,3-1,26-10,0-2,-1-2,0 0,48-38,-69 49,221-176,-197 152,-1-1,-2-2,-2-1,42-65,-37 32,-30 62,-1 0,0 0,1 0,-2 0,1 0,0 0,-1 0,0 0,0 0,0 0,-1 0,1 0,-2-7,1 11,1-1,0 0,0 0,-1 0,1 1,-1-1,1 0,-1 0,1 1,-1-1,1 0,-1 1,0-1,1 1,-1-1,0 1,1-1,-1 1,0-1,0 1,1 0,-1-1,0 1,0 0,0 0,0 0,0-1,1 1,-1 0,0 0,0 0,0 1,0-1,0 0,1 0,-1 0,0 0,0 1,-1 0,-33 22,8 4,2 1,1 1,-38 60,-15 20,58-90,18-19,1 0,0 0,0 1,0-1,0 0,-1 0,1 0,0 0,0 0,-1 1,1-1,0 0,0 0,-1 0,1 0,0 0,0 0,0 0,-1 0,1 0,0 0,0 0,-1 0,1 0,0 0,0 0,-1 0,1 0,0 0,0 0,-1-1,1 1,0 0,0 0,0 0,-1 0,1 0,0-1,-1-34,2 14,1-17,-1 0,-3 1,-1-1,-1 1,-2 0,-2 0,-16-47,22 78,-1 0,0 1,0-1,0 1,-1 0,1-1,-1 2,0-1,-1 0,1 1,-1 0,0 0,0 0,0 1,-1 0,1 0,-1 0,0 0,1 1,-1 0,0 0,0 1,-1 0,-11-1,-4 2,0 0,1 2,-1 1,1 1,-1 0,-20 8,-29 11,1 2,1 4,-111 64,62-20,-118 96,200-142,-1-3,-1 0,-1-3,-44 17,66-30,0 0,0 1,0 1,1 1,1 0,0 1,0 0,-15 19,25-25,0 0,0 0,1 1,0-1,0 1,0 0,1 0,0 0,1 0,0 1,0-1,0 1,1 0,0-1,1 1,-1 0,2 0,-1-1,1 1,0 0,0-1,1 1,3 8,20 36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17:08.10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3120 238,'3232'0,"-3159"-6,-71 6,-1 0,0 0,0 0,0-1,0 1,0 0,0-1,1 1,-1-1,0 1,0-1,0 1,0-1,-1 0,1 1,0-1,0 0,0 0,0 0,0-1,-1 1,-1-1,1 1,-1 0,1 0,-1-1,0 1,0 0,0 0,1 0,-1 0,0 0,0 0,0 0,-1 0,1 0,0 1,0-1,0 0,-1 1,1-1,0 1,-3-1,-40-18,-2 3,1 2,-2 2,-76-10,-174-19,-87 8,-1246-7,-2 78,982-18,202-8,-535 32,890-40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17:10.36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1426 288,'679'47,"597"53,2-87,-966-21,-1-14,-1-14,544-135,-445 48,-310 92,-84 26,6-1,0-1,-1 0,31-17,-51 24,0 0,-1 0,1 0,0-1,0 1,0 0,-1 0,1 0,0 0,0 0,0 0,0-1,0 1,-1 0,1 0,0 0,0 0,0-1,0 1,0 0,0 0,0 0,0-1,0 1,0 0,0 0,0 0,0-1,0 1,0 0,0 0,0-1,0 1,0 0,0 0,0 0,0-1,0 1,0 0,0 0,0 0,1-1,-23 6,0 1,0 0,1 2,-26 12,-5 2,-1139 373,-34-88,1177-296,-1412 284,-1-74,1449-220,-691 82,513-69,-318-17,440-6,66 9,0 0,1-1,-1 1,0 0,0-1,1 0,-1 1,1-1,-1 0,1 0,-1 0,1 0,-1 0,1 0,0 0,-2-1,3 0,0 1,0 0,1 0,-1 0,0 0,1 0,-1 0,0 0,1 0,-1 0,1 0,0 0,-1 0,1 1,0-1,-1 0,1 0,0 1,0-1,0 0,0 1,0-1,0 1,0-1,0 1,0-1,0 1,1-1,28-13,0 1,1 1,0 2,34-7,12-3,204-56,114-14,122 1,107 3,99 10,87 17,1636-29,-881 41,-1064 26,-138-1,35-24,-390 44,66-15,-70 15,1 1,-1-1,1 0,-1 0,0 0,0 0,0-1,0 0,0 1,-1-2,5-3,-8 7,1-1,-1 1,0-1,1 0,-1 1,0-1,1 1,-1-1,0 1,0-1,0 0,0 1,0-1,1 0,-1 1,0-1,0 0,-1 1,1-1,0 1,0-1,0 0,0 1,0-1,-1 1,1-1,0 0,-1 1,1-1,0 1,-1-1,1 1,0-1,-1 1,1-1,-1 1,1 0,-1-1,1 1,-1 0,0-1,1 1,-1 0,-1-1,-7-3,0 1,0 0,0 1,-1-1,1 2,-12-2,-356-16,255 17,-372-8,-184-2,-174-10,-527-28,-321-9,25 34,1076 37,183 15,175 3,181-16,59-14,0 0,0 1,0-1,0 0,0 0,1 1,-1-1,0 0,0 1,0-1,1 1,-1-1,0 1,0-1,1 1,-1-1,1 1,-1 0,0-1,1 1,-1 0,1 0,-1 1,1-1,1 0,0 0,0 0,0 0,0-1,0 1,0 0,0-1,0 1,0 0,0-1,0 1,1-1,-1 0,0 1,0-1,0 0,2 0,56 10,172 4,154-6,142-4,129-2,122-3,1169 21,255-1,-1527-33,-89-22,-94-15,-111-2,442-121,-810 170,42-9,-2-3,57-26,-107 41,-1 0,1 0,-1 0,0 0,1-1,-1 1,0-1,0 0,0 0,3-3,-5 5,0-1,0 0,0 1,0-1,0 1,-1-1,1 1,0-1,0 0,0 1,0-1,-1 1,1-1,0 1,0-1,-1 1,1-1,-1 1,1 0,0-1,-1 1,1-1,-1 1,1 0,-1-1,1 1,-1 0,1 0,-1-1,1 1,-1 0,1 0,-1 0,1 0,-1 0,0-1,1 1,-1 0,1 0,-2 1,-35-8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23:09.42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20662 2132,'1'0,"0"1,0-1,0 0,0 0,1 0,-1 0,0 0,0 0,0 0,0-1,0 1,0 0,0 0,0-1,-1 1,1-1,0 1,0-1,0 1,0-1,0 0,-1 1,1-1,0 0,0 0,-1 1,1-1,-1 0,1 0,-1 0,1 0,-1 0,1 0,-1-1,0 0,0 1,-1-1,1 1,-1-1,0 1,0-1,1 1,-1-1,0 1,0 0,0-1,0 1,-1 0,1 0,0 0,0 0,-1 0,1 0,0 0,-1 0,1 1,-1-1,1 1,-3-1,-1124-407,15 129,737 190,-650-127,869 185,-27-5,-191-10,-860 22,156 10,-1048-134,-214 0,1584 110,-1784-190,2302 198,-2010-218,1479 197,69 20,91 16,98 10,98 6,-99 8,380-5,50-1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23:12.73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15344 973,'-83'0,"0"4,1 3,0 4,-111 29,77-11,-1-5,-1-5,-1-5,-157-2,-1669-15,1001-36,165 2,-328 35,-598-22,-484-153,2165 175,-1911-170,1400 151,-519-31,-775-10,1800 59,29 3,0-1,0 1,0 0,0-1,0 1,0 0,0-1,0 1,0 0,1-1,-1 1,0 0,0-1,0 1,0 0,1-1,-1 1,0 0,0 0,0-1,1 1,-1 0,0 0,1 0,-1-1,0 1,0 0,1 0,-1 0,0 0,1 0,-1 0,0-1,1 1,-1 0,0 0,1 0,0 0,64-17,108-3,235 3,-281 14,286-1,76 16,941 106,-1 85,467 161,-1611-306,324 75,56 10,1-32,1120 25,-381-128,-1276-19,171-37,12-2,-148 25,-2-7,187-64,-273 74,17 4,-66 14,43-12,-52 6,-18 9,-1 0,1 1,0-1,0 0,0 0,-1 1,1-1,0 0,-1 1,1-1,0 0,-1 1,1-1,-1 1,1-1,-1 1,1-1,-1 1,0-1,1 1,-1-1,1 1,-1 0,0 0,1-1,-1 1,0 0,0 0,1-1,-2 1,-25-10,-1 0,1 2,-41-7,-2 0,-795-175,-14 46,871 143,-1417-155,-7 108,1310 52,-126 22,241-26,0 2,-1-1,1 1,0 0,-11 6,12 1,19 2,4-6,0 0,0-2,32 4,169 10,108-5,2462 3,-1919-18,-40-38,-197 5,-581 35,-6 1,1-3,80-13,-110 10,-18 2,-41-2,-1059-131,398 45,-140-9,-168-13,-1334-112,-7 87,2143 131,101 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23:14.58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6106 1578,'0'-2,"0"-1,-1 0,0 1,1-1,-1 1,0 0,0-1,0 1,-1 0,1-1,-1 1,1 0,-1 0,1 0,-5-3,-38-30,18 15,-17-12,-1 2,-1 2,-2 2,-86-36,-220-58,281 98,-1208-357,-2015-332,2621 639,652 73,16 3,8-1,0-1,0 0,0 0,1 0,-1 0,1 0,-1 0,1-1,5 3,34 16,1-1,0-2,2-2,79 17,-57-16,381 88,210 23,1857 215,-1744-265,-86-26,-100-20,-99-17,-112-11,54-23,-344 5,-69 7,-15 7,0 1,1 0,-1-1,0 1,0 0,0-1,0 1,0 0,0-1,0 1,0 0,0-1,0 1,0 0,0-1,0 1,0 0,0-1,0 1,0 0,0-1,0 1,-1 0,1-1,0 1,0 0,0-1,-1 1,1 0,0 0,-1-1,-4-3,-1 0,1 0,-1 1,0-1,-1 2,1-1,-10-3,-271-68,226 61,-900-156,-9 48,894 112,-1412-116,1092 96,-113-36,391 38,80 19,94 24,184 50,1143 344,-1244-355,-136-54,1 0,-1 0,0 1,0-1,0 1,0 0,0 0,0 0,-1 0,1 1,-1-1,1 1,-1 0,0-1,4 7,-6-8,0 0,0 0,0-1,0 1,0 0,-1 0,1 0,0 0,0-1,-1 1,1 0,0 0,-1 0,1-1,-1 1,1 0,-1-1,1 1,-1 0,0-1,1 1,-2 0,-31 17,-55 12,-2-5,-175 26,26-6,168-24,62-10,22 0,12-2,49 9,412 84,639 50,-1022-146,-34-5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23:27.31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2:47:23.748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3312 1398,'-4'0,"1"1,-1-1,1 1,-1 0,1 0,0 1,-1-1,1 1,0-1,0 1,0 0,-4 4,-34 32,30-27,-8 6,0-2,-1 0,0-1,-1-1,-1-1,0-1,0-1,-1-1,-38 10,-22 1,-123 11,200-30,-707 51,-9-44,574-7,-750-5,861 1,78-3,-13 2,157-23,118-24,97-25,-26 3,1190-245,-1174 227,-90 10,-209 56,161-69,-244 91,-1-1,1 1,-1-1,0-1,-1 1,1-1,-1-1,0 1,0-1,6-8,-11 13,0-1,0 1,-1-1,1 1,0-1,-1 0,0 1,1-1,-1 0,0 1,0-1,0 0,0 0,0 1,0-1,-1 0,1 1,0-1,-1 0,0-1,-2-1,1 0,-1 0,0 0,0 0,0 0,0 1,-1 0,1-1,-1 1,-5-3,-22-14,-65-30,-128-43,-104-17,-171-26,-5 22,-528-48,636 128,356 32,26 0,0 2,0-1,0 2,0 0,-14 3,26-2,11 0,70 5,16 2,-85-7,-1 0,1 1,0 0,-1 0,1 1,-1 0,9 6,-13-6,0 0,-1 0,1 1,-1 0,0-1,-1 2,1-1,-1 0,0 0,0 1,-1 0,1 0,-1 0,-1 0,1 0,-1 0,1 9,1 14,-2 0,-2 41,1-48,-6 68,2-44,2 71,3-102,1-1,0 1,1-1,1 0,0 0,0 0,2-1,0 1,9 14,-2-7,2-2,1 1,0-2,29 26,94 64,94 40,493 231,24-60,-609-263,-129-51,-1 0,1 1,13 8,-25-14,-1 0,1 0,0 0,-1 0,1 0,0 0,0 0,-1 0,1 0,0 0,-1 0,1 0,0 0,0 0,-1 1,1-1,0 0,0 0,-1 0,1 0,0 0,0 1,-1-1,1 0,0 0,0 0,0 1,-1-1,1 0,0 0,0 0,0 1,0-1,0 0,-1 1,1-1,0 0,0 0,0 1,0-1,0 0,0 1,0-1,0 0,0 0,0 1,0-1,0 0,0 1,0-1,1 0,-1 0,0 1,0-1,0 0,0 0,0 1,1-1,-1 0,0 0,0 0,0 1,1-1,-1 0,0 0,1 1,-27 1,0 0,-1-1,-27-4,-20 1,53 2,-11 0,0 1,0 1,-1 1,-46 13,74-15,1 1,0 0,0 0,0 0,1 1,-8 5,7-5,0 1,0-2,0 1,0 0,-1-1,1 0,-1 0,-9 3,-11-1,0-1,0-1,0-1,0-1,-44-6,17 1,-208-16,-95-10,-574-33,-7 46,901 18,24-1,1 1,-1 0,0 1,0 0,0 1,-20 6,31-8,-1 0,1 0,0 0,-1 0,1 0,0 0,0 0,-1 0,1 0,0 0,0 0,-1 1,1-1,0 0,0 0,-1 0,1 0,0 1,0-1,0 0,-1 0,1 1,0-1,0 0,0 0,0 1,0-1,-1 0,1 0,0 1,0-1,0 0,0 0,0 1,0-1,0 0,0 1,0-1,0 0,0 0,0 1,0-1,0 0,0 1,1-1,-1 0,0 0,0 1,0-1,0 0,0 0,1 1,-1-1,0 0,0 0,0 0,1 1,-1-1,0 0,1 0,5 4,0-1,1 0,-1 0,13 3,433 100,-378-91,1464 200,-1503-212,-22-1,0-1,0 0,0-1,0 0,0-1,22-5,-28 0,-15-4,-10 0,-1 1,0 0,0 1,-1 1,-37-7,5 0,-250-65,-576-73,864 150,-20-3,75-2,245-32,-1-12,475-151,-747 198,32-10,0-1,-1-3,62-34,-102 50,0 0,0 0,0-1,-1 1,0-1,1 0,-1 0,0-1,0 1,0 0,-1-1,1 0,-1 0,0 0,0 0,0 0,-1 0,2-6,-3 7,0-1,0 0,-1 0,0 0,0 1,0-1,0 0,0 1,-1-1,1 1,-1-1,0 1,0 0,0 0,-1 0,1 0,-1 0,1 0,-1 1,-4-3,-14-13,-1 1,-1 0,0 2,-1 1,-1 1,0 2,-1 0,0 1,-47-10,71 19,-1 1,0-1,1 1,-1 0,0 0,0 0,1 0,-1 0,0 1,0-1,1 1,-1 0,1 0,-1 0,0 0,-2 2,4-2,0-1,1 1,-1-1,1 1,0 0,-1-1,1 1,-1 0,1-1,0 1,-1 0,1 0,0-1,0 1,0 0,0 0,-1 0,1-1,0 1,0 0,1 0,-1 0,0 0,1 2,0-1,0 1,0 0,0-1,0 0,1 1,0-1,-1 0,1 1,2 1,7 7,1 0,0-1,1 0,0-1,19 11,87 37,-8-12,147 40,129 9,223 2,-346-72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4:47:18.52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385 47,'16'0,"0"1,0 1,-1 0,23 7,16 4,128 24,88 18,886 138,19-103,-1160-90,171-1,-177-1,-19 0,-258-39,-12-4,-86-18,-898-118,-20 100,1225 79,57 1,14 0,101-4,552 1,-602 0,-42-1,-27 1,-29-2,-17 5,52 1,0 0,0 0,1 0,-1 0,0 0,0 1,0-1,0 0,0 0,0 0,1 0,-1 0,0 0,0 0,0 0,0 1,0-1,0 0,0 0,0 0,0 0,0 0,0 0,0 1,0-1,1 0,-1 0,0 0,0 0,0 0,0 1,0-1,0 0,-1 0,1 0,0 0,0 0,0 1,0-1,0 0,0 0,0 0,0 0,0 0,0 1,0-1,0 0,-1 0,1 0,0 0,0 0,0 0,0 0,0 0,0 0,-1 1,44 13,308 64,-248-58,328 65,106 22,1806 331,-2294-430,178 20,-180-29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4:47:20.5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1 534,'21'30,"1"-1,2-1,1-1,1-2,1 0,1-2,1-1,49 28,-9-13,2-3,137 47,-166-67,1-1,-1-2,2-2,84 7,-123-15,-1-1,1 0,0 0,-1-1,1 1,0-1,-1 0,1 0,-1-1,8-2,-12 3,0 1,0 0,0-1,0 1,-1 0,1-1,0 1,0 0,0-1,-1 1,1 0,0-1,0 1,-1 0,1 0,0-1,-1 1,1 0,0 0,-1 0,1-1,0 1,-1 0,1 0,-1 0,1 0,0 0,-1 0,1 0,0 0,-1 0,1 0,-1 0,1 0,0 0,-1 0,0 0,-16-2,-1 1,1 1,-1 0,1 1,-23 5,-2 2,-44 15,71-19,1 1,0 0,1 1,-1 1,-19 12,32-18,0 0,0-1,0 1,0-1,0 1,0 0,1 0,-1 0,0-1,0 1,1 0,-1 0,1 0,-1 0,1 0,-1 0,1 0,0 0,-1 0,1 0,0 0,0 2,0-2,0 0,1 0,-1-1,1 1,-1 0,1 0,0-1,-1 1,1 0,0-1,-1 1,1-1,0 1,0-1,-1 1,1-1,0 1,0-1,0 0,1 1,5 0,0 1,0-1,-1 0,1-1,0 1,7-2,5-2,0-1,0 0,-1-2,0 0,0-1,0-1,-1 0,0-1,-1-1,21-17,-8 4,-2 0,0-2,-2-2,36-46,-38 39,-1 0,-2-1,-2-2,-1 0,-1 0,-3-2,-1 0,-2 0,-1-1,-2 0,-2 0,-2-1,-2-41,-1 71,-1-1,-1 1,0 0,-5-17,7 26,-1-1,0 1,0 0,0 0,0 0,0 0,-1 0,1 1,-1-1,1 0,-1 0,-2-1,3 2,0 1,0-1,0 1,-1-1,1 1,0 0,0 0,0-1,-1 1,1 0,0 0,0 0,0 0,-1 0,1 1,0-1,0 0,0 1,0-1,-1 0,1 1,0-1,0 1,-2 1,-1 1,0 0,0 1,0 0,0-1,1 1,0 0,-1 1,1-1,1 1,-1-1,1 1,0 0,0 0,0 0,-2 8,1 5,-1-1,2 0,0 27,2-41,0 1,0 0,1-1,-1 1,1 0,0-1,0 1,1-1,-1 1,1-1,-1 0,1 0,0 0,0 0,1 0,-1 0,0 0,1 0,0-1,0 0,0 1,0-1,0 0,0-1,0 1,1 0,-1-1,5 2,6 1,-1-1,1 0,0 0,0-2,-1 0,21-1,-2-2,-1-1,1-2,-1-1,-1-1,1-2,-2-1,51-24,-45 16,-1-1,-2-2,0-1,-1-2,54-52,-78 69,0 0,0-1,0 0,-1 0,0-1,-1 0,0 0,0 0,-1 0,0-1,0 0,-1 0,2-13,-5 21,1 0,-1 0,0 0,0 0,0 0,0 0,0 0,-1 0,1 0,0 1,-1-1,0 0,1 0,-1 0,0 0,0 1,0-1,0 0,0 1,0-1,0 1,-1-1,1 1,-1 0,1-1,-1 1,1 0,-1 0,0 0,1 0,-1 0,0 1,0-1,0 0,0 1,0-1,1 1,-1 0,0 0,0 0,0 0,0 0,-4 1,-4-1,0 2,0-1,0 1,0 1,0 0,1 0,-16 9,-3 3,1 2,1 2,0 0,-28 29,-86 100,80-79,-81 127,113-150,2 0,2 2,2 0,-19 65,37-99,0 0,1 0,1 1,1-1,0 0,1 16,0-27,0 0,1 0,-1 0,1 0,0-1,0 1,0 0,0 0,0 0,0-1,1 1,0-1,-1 1,5 3,-4-4,0-1,0 0,0 1,1-1,-1 0,0 0,1-1,-1 1,1 0,-1-1,0 0,1 1,-1-1,1 0,0 0,-1 0,1-1,-1 1,0-1,5 0,2-2,0 0,0-1,-1 0,1 0,-1-1,0 0,0-1,-1 1,1-1,-1-1,-1 1,1-1,-1-1,0 1,-1-1,0 0,7-13,-1-1,-1-1,-1-1,-1 0,-1 0,6-35,-12 51,0 1,0-1,0 1,-1-1,0 1,0-1,-1 1,-2-10,2 14,0 0,0 1,0-1,-1 1,1 0,0-1,-1 1,0 0,0 0,0 0,1 0,-2 0,1 0,0 1,0-1,-1 1,1 0,0-1,-1 1,0 0,1 0,-1 1,1-1,-1 0,0 1,-2-1,-10 0,0 1,0 0,0 1,1 0,-1 1,0 1,1 0,-19 8,-114 50,126-52,2-1,1 1,0 1,-28 20,45-30,0 1,0-1,1 1,-1-1,0 1,1 0,-1-1,0 1,1-1,-1 1,1 0,-1 0,1-1,-1 1,1 0,0 0,0 0,-1-1,1 1,0 0,0 0,0 1,0-1,0-1,1 1,-1-1,1 0,-1 1,1-1,-1 1,1-1,-1 0,1 1,0-1,-1 0,1 1,-1-1,1 0,0 0,-1 0,1 0,0 0,-1 1,2-1,44-2,-45 2,65-9,5-1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4:47:22.62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4509 703,'-30'1,"0"1,1 1,-1 2,1 1,1 1,-1 1,1 2,0 1,-26 14,35-15,1 1,1 0,0 1,0 1,1 1,1 0,0 1,1 0,1 2,0-1,1 1,1 1,-13 28,21-40,0 0,0 1,1-1,0 1,1 0,-1-1,1 1,1 0,-1 0,1 0,0 0,2 10,-1-12,1 0,0-1,1 1,-1 0,1-1,0 1,0-1,0 0,0 0,1 0,0 0,0-1,0 1,0-1,0 0,1 0,-1-1,8 4,17 7,1 0,47 11,165 29,132-4,126-20,-129-27,0-17,656-112,-564 17,-358 79,131-60,-199 75,-2-2,0-2,-1-1,42-35,-65 47,-1 0,0-1,0-1,-1 1,0-2,-1 1,-1-1,0 0,10-22,-14 25,-1 1,0-1,0 0,-1 0,0 1,0-1,-1 0,0 0,-1 0,0 0,0 1,-1-1,0 0,-1 1,-5-15,0 7,-1 0,0 1,-1 0,-1 1,0 0,-1 0,-1 1,-20-17,0 4,-2 1,-1 1,-76-36,38 27,-2 3,-84-20,33 19,-151-17,-217 16,271 37,1 10,0 9,-279 67,252-27,4 11,-377 168,159-1,92 12,95-12,215-178,-62 84,97-112,2 2,-32 61,50-86,1 2,0-1,1 1,1 0,0 0,-3 29,6-36,1-1,1 1,-1-1,1 1,1-1,-1 1,1-1,1 0,-1 1,1-1,0 0,1-1,0 1,0-1,8 11,-1-5,1-1,1 1,0-2,0 0,1-1,0 0,0-1,18 7,10 3,1-2,1-2,59 10,-2-6,135 5,193-25,-219-13,0-9,296-73,-373 62,-2-6,-2-6,-2-6,221-126,-291 144,-1-3,-2-2,-2-2,-2-3,-2-2,76-96,-101 111,-2 0,-1-2,-2 0,-1-1,16-52,-24 57,-2 0,0-1,-2 0,-2 0,-1 0,-1 0,-4-42,0 45,-2 1,0-1,-2 1,-1 0,-1 1,-1 0,-2 0,0 2,-2-1,-32-44,22 41,0 1,-2 1,0 2,-2 0,-1 2,0 1,-2 1,-41-20,12 13,0 2,-2 3,-82-19,30 17,-222-17,148 34,-206 19,-299 81,353-19,-451 161,-288 219,477-128,130-16,136-40,119-55,191-185,2 0,1 2,-21 36,40-61,0 0,1 0,0 0,0 0,0 0,1 1,0-1,1 1,-1 0,2-1,-1 1,1 0,1 12,1-14,0 0,0 0,1 0,-1 0,1 0,1-1,-1 0,1 0,0 0,0 0,1 0,-1-1,1 0,0 0,0 0,1 0,6 3,16 8,0-1,2-2,-1 0,54 12,267 42,176-10,169-14,153-30,491-78,-17-113,-662 27,-175-15,-407 132,-1-2,86-58,-133 75,0-2,-2-1,0-1,36-42,-54 54,0-1,-1 1,0-1,-1-1,-1 0,0 0,-1 0,-1-1,0 0,-1 0,3-18,-6 24,0-1,-1 1,-1-1,1 1,-1 0,-1-1,0 1,0 0,-1 0,0 0,0 0,-1 0,0 1,-1-1,0 1,0 0,-1 1,-11-13,6 9,-1 0,-1 1,1 1,-2-1,1 2,-1 0,-27-11,10 8,-1 1,0 1,-34-4,-6 3,0 4,0 2,-1 4,-76 9,21 7,-183 48,132-12,3 8,2 7,4 8,2 7,5 7,-215 156,337-215,-43 40,78-65,1 1,-1-1,1 1,0 0,0 0,1 1,0-1,0 1,0 0,-3 9,7-13,-1-1,1 1,0-1,0 1,0 0,0-1,0 1,0-1,1 1,-1-1,1 1,0-1,0 0,1 4,1-1,0-1,0 0,0 0,1 0,-1 0,1 0,0-1,0 1,6 3,15 7,2 0,-1-2,1-1,1-1,43 9,363 61,287-7,290-14,239-27,695-71,-20-136,-1000 19,-264-14,-549 133,196-94,-274 114,-2-1,-1-2,0-1,-1-1,38-38,-60 51,0 1,0-1,-1 0,-1-1,1 0,-2 0,1 0,-1 0,-1-1,0 0,5-21,-8 23,-1 1,1-1,-2 1,1 0,-1-1,0 1,-1 0,0-1,0 1,-1 0,0 1,0-1,-1 0,0 1,-10-14,2 5,-1 1,0 1,-2 0,1 1,-2 0,0 1,-20-11,-6-1,-1 2,-1 1,-50-14,1 5,-135-23,-206-1,-110 40,-745 116,18 144,788-117,124-13,121-21,216-86,0 2,1 0,0 2,-19 15,39-27,-1 0,1 0,-1 1,1-1,0 1,-1-1,1 1,0-1,0 1,0 0,0 0,1-1,-1 1,-1 4,2-5,0 0,1 0,-1 0,0 0,0 0,1 0,-1 0,1 0,-1 0,1 0,-1 0,1 0,-1-1,1 1,0 0,-1 0,1 0,0-1,0 1,0-1,-1 1,1 0,0-1,2 1,15 6,1-1,-1-2,1 0,0 0,0-2,20 0,311 12,227-17,199-28,1864-261,-1965 156,-182-3,-420 114,-1-3,101-57,-155 76,-2-2,1 0,-1-1,-1 0,0-1,-1-1,0-1,21-28,-31 37,0-1,0 0,-1 0,0-1,0 1,-1-1,0 1,0-1,-1 0,1 0,-2 1,1-1,-1 0,-1 0,1 0,-1 0,-1 0,-2-9,-1 3,-1 1,0-1,-1 2,0-1,-1 1,0 0,-1 0,-1 1,-14-13,-6-3,-1 1,-1 2,-2 1,-43-23,-9 2,-148-54,-219-35,-147 18,-125 30,80 45,-2 28,-1134 126,1275-37,148-4,129-12,208-54,0 0,1 2,0 0,-20 13,37-21,1 0,0 1,0 0,-1-1,1 1,1 0,-1 0,0 0,0 0,1 0,-1 1,1-1,0 1,-3 4,4-6,0 1,0-1,0 1,0-1,0 1,0-1,1 1,-1-1,0 0,1 1,-1-1,1 1,-1-1,1 0,0 0,0 1,-1-1,1 0,0 0,2 2,7 5,0 0,1-1,-1-1,1 0,1 0,14 5,238 76,237 38,276 44,263 43,3390 544,-3821-672,-237-42,-336-39,1 0,54-5,-81-2,-11-2,-3 3,-1 0,1 0,-1 1,1 0,-11-4,-201-53,-196-20,-190-6,-156 5,-2437-45,2669 145,158 8,133 4,207-27,-1 2,-40 14,67-20,-1 0,1 0,0 0,0 0,0 0,0 0,0 1,0-1,0 1,0-1,0 1,1 0,-4 4,5-6,0 1,-1 0,1 0,0 0,0 0,0-1,0 1,0 0,0 0,0 0,0 0,0-1,1 1,-1 0,0 0,0 0,1-1,-1 1,0 0,1 0,-1-1,1 1,-1 0,1-1,-1 1,2 0,6 6,1-1,-1 0,1-1,0 0,17 6,163 55,127 19,109 15,1212 218,-1434-287,-174-27,-1-1,32-1,-58-2,0 0,-1 0,1-1,0 1,0 0,0-1,0 1,0-1,0 0,-1 0,3-1,-3 2,-1-1,0 1,1-1,-1 1,0 0,1-1,-1 1,0-1,0 1,0-1,1 1,-1-1,0 1,0-1,0 1,0-1,0 1,0-1,0 1,0-1,0 1,0-1,0 1,0-1,0 1,0-1,-1 1,1-1,0 1,-1-2,-4-5,-1 0,0 1,0 0,-1 0,1 0,-1 0,-16-8,-145-82,-126-39,-160-38,-174-35,-152-20,-903-205,-24 89,1066 249,122 39,117 25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4:49:00.82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1,'0'4,"0"2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4:49:45.198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9724 1005,'-398'-71,"143"22,-1000-81,-10 116,83 20,1130-3,0 2,0 3,-69 19,-8 1,123-27,-10 3,40-1,270-2,15-2,120 1,109-1,94 1,4309-1,-5199 1,-13 0,-123 0,-145 0,-156 0,-140 0,-107 0,-445-1,-1652 3,2470 2,122 8,113 7,27 14,211-18,-97 29,179-41,29-11,23-7,2 2,-1 2,43-6,139-19,89 4,90 7,1084-9,8 39,-1465-5,233 3,-475-4,-36-13,-92-17,-87-17,-95-19,-88-21,-337-63,-1156-158,1773 273,-20 9,287 27,56 2,16 2,51 12,28 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4:49:47.200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0,'3'1,"1"-1,0 1,0 0,-1 0,1 0,-1 1,1-1,-1 1,1 0,-1 0,6 5,2 0,59 43,-2 3,76 75,-107-93,155 145,46 50,48 45,48 47,48 52,46 41,763 721,299 288,290 300,25-24,-1767-1666,409 373,13-22,-405-344,-2 3,-2 2,63 74,-5 14,-88-115,-21-19,1 0,-1 0,0 0,0 0,0 0,0 0,0 0,0 0,1 0,-1 0,0 0,0 0,0 0,0 0,0 0,1 0,-1 0,0 0,0 0,0 0,0-1,0 1,0 0,0 0,1 0,-1 0,0 0,0 0,0 0,0 0,0 0,0-1,0 1,0 0,0 0,0 0,0 0,1 0,-1 0,0-1,0 1,0 0,0 0,0 0,0 0,0 0,0 0,0-1,0 1,0 0,0 0,0 0,-1 0,-5-21,-3 3,0 0,-2 0,-24-32,-58-56,90 103,-189-186,-85-38,-100-32,-87-9,93 83,-7 17,-7 16,-798-198,650 246,63 56,340 44,-142 14,202-4,1 4,-1 3,2 2,-94 35,121-33,1 1,0 2,2 1,0 3,1 0,2 3,-64 61,68-54,1 2,1 1,2 1,2 1,-32 67,32-51,3 2,3 0,-23 111,29-79,3-1,4 2,4-1,4 0,27 174,-12-171,5-1,3-1,5-2,3-1,4-1,70 118,-44-103,5-4,4-2,4-4,156 146,-84-109,177 119,291 127,121-29,-322-187,6-19,6-19,823 122,-476-179,-99-78,-523-1,253-58,-316 50,-1-4,162-75,-198 76,-2-2,0-2,-2-2,53-49,-68 51,-2-1,-1-2,-1 0,-2-2,-2-1,-1-1,-2-2,-2 0,29-79,-37 79,-2 1,-1-1,-3-1,-1 0,-1 1,-3-1,-1 0,-2 0,-2 0,-18-79,8 70,-3 0,-1 1,-3 1,-49-85,31 72,-3 3,-2 1,-55-54,9 25,-3 4,-4 4,-205-125,132 106,-4 8,-4 8,-359-111,335 138,-3 9,-1 9,-321-15,361 47,1 7,-1 7,2 7,-290 69,347-56,2 5,1 5,-105 56,136-56,2 3,2 3,1 3,-101 96,123-99,3 2,1 1,3 3,-42 71,64-93,1 0,1 2,2 0,1 0,1 2,2-1,2 1,1 0,-3 49,9-71,0 0,1 0,0 0,1 0,0-1,1 1,0 0,1-1,0 0,1 0,0 0,12 17,-7-15,0-1,1 0,0-1,1-1,1 1,-1-2,1 0,1 0,22 9,7 2,2-2,54 14,175 27,96-21,-83-27,1-14,0-12,311-57,-132-30,-72-28,-300 91,113-65,-162 77,-2-2,57-47,-79 56,-1 0,-1-1,-1-1,-1-1,22-36,-31 46,-2-1,1-1,-2 0,0 0,-1 0,0 0,-2-1,1 0,-2 0,0 0,-1 0,-1 0,0 0,-1 0,-1 0,0 0,-1 0,-1 1,-1-1,0 1,-1 0,0 0,-1 1,-1-1,-15-20,4 10,-1 1,-1 0,-1 2,-1 1,-1 0,-1 2,0 1,-38-20,13 12,-1 3,-2 1,-108-28,78 32,-159-16,92 27,0 6,0 7,-284 48,238-13,2 9,-270 106,67 24,71 12,82-15,78-33,142-121,2 1,-28 37,47-57,0 0,0 0,1 0,-1 0,1 1,0-1,1 1,-1 0,1-1,0 1,-1 8,2-12,0 0,0 0,0 0,0 0,1-1,-1 1,0 0,1 0,-1 0,0-1,1 1,-1 0,1-1,-1 1,1 0,-1-1,1 1,0 0,-1-1,1 1,0-1,0 1,-1-1,2 1,1 0,0-1,0 1,0 0,0-1,1 0,-1 0,0 0,0 0,0-1,5 0,12-4,-1-1,1-1,-1-1,21-12,139-87,-60 19,-3-5,-4-4,-5-6,-5-4,-4-4,-5-5,-5-3,86-157,-142 219,-2-1,-3-2,35-115,-58 161,0 0,-1-1,-1 1,-1-1,0 1,0-1,-2 0,-2-20,1 29,1 1,-1-1,0 1,0-1,-1 1,0 0,0 0,0 0,0 0,-1 0,0 1,0 0,0 0,0 0,-1 0,1 0,-1 1,0 0,0 0,-1 0,1 1,0 0,-11-3,-5 0,-1 0,0 2,0 0,-41 1,1 4,-101 16,13 11,2 6,-220 84,-265 161,350-132,-92 75,354-209,1 1,-25 23,43-37,1 1,-1 0,0 0,1 0,-1 0,1 0,0 1,0-1,-1 0,0 4,2-5,0-1,0 1,0 0,0-1,0 1,0-1,0 1,0-1,0 1,0-1,1 1,-1-1,0 1,0-1,0 1,1-1,-1 1,0-1,1 1,-1-1,0 1,1-1,-1 0,0 1,1-1,-1 0,1 1,-1-1,2 1,2 0,0 0,0 0,1-1,-1 1,0-1,1 0,-1 0,0 0,0-1,8-1,10-3,-1-1,0-1,0-1,30-16,80-52,21-27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5:08:29.55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1857 693,'392'27,"-195"-8,96 1,70-4,67-4,2821 1,-2152-16,-1089 3,34-2,-44 2,0 0,-1 0,1 0,0 0,0 0,0-1,0 1,0 0,0 0,0 0,0 0,0 0,0 0,0 0,0 0,0 0,0-1,-1 1,1 0,0 0,0 0,0 0,0 0,0 0,0 0,0-1,0 1,0 0,0 0,0 0,1 0,-1 0,0 0,0 0,0 0,0-1,0 1,0 0,0 0,0 0,0 0,0 0,0 0,0 0,0 0,1 0,-1 0,0 0,0-1,0 1,0 0,0 0,0 0,0 0,0 0,1 0,-1 0,0 0,0 0,0 0,0 0,0 0,0 0,1 0,-27-9,-242-46,196 42,-246-44,-96-18,-89-19,-1178-198,-25 116,793 157,9 31,488-5,391-6,0 2,0 0,0 1,1 2,0 1,-26 10,-127 68,116-54,40-20,-14 5,2 2,0 1,0 2,-42 36,25-5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5:08:31.77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3254 509,'-37'63,"2"3,4 1,-27 82,-45 214,63-183,9 1,-10 198,36-251,5 1,6-1,40 228,-39-314,3-1,1 0,30 72,-38-106,1 1,0-1,1 0,-1-1,1 1,0-1,1 0,-1 0,1 0,1-1,10 8,-10-10,-1 0,1 0,0-1,-1 0,1 0,0 0,0-1,0 0,1-1,-1 1,0-1,0-1,11-1,4-2,0-1,0-1,0-1,-1-1,0-1,0 0,26-18,1-5,78-66,-78 55,-2-2,-3-1,74-103,-89 108,-2-2,-3-1,-1 0,-2-2,24-80,-38 105,-1 0,-1-1,1-23,-5 41,1 0,-1 0,0-1,0 1,-1 0,1-1,-1 1,0 0,0 0,-1 0,1 0,-1 0,0 0,0 0,0 1,0-1,-1 0,1 1,-1 0,0 0,0 0,-4-3,-3 1,1 1,-1 0,-1 1,1 0,0 0,-1 1,0 1,1 0,-1 0,-11 2,-24-1,1 2,-1 3,1 1,0 2,0 2,-77 29,39-5,1 3,-115 72,105-52,-120 99,175-125,2 2,0 1,3 2,1 1,-44 69,72-103,1 1,0 0,0 0,1 0,-1 0,1 0,-2 8,3-12,0 1,0 0,0-1,0 1,0 0,0-1,0 1,0 0,0-1,1 1,-1 0,0-1,0 1,0 0,1-1,-1 1,0-1,1 1,-1 0,1-1,-1 1,1-1,-1 1,1-1,-1 0,1 1,-1-1,1 1,0-1,3 0,-1 0,1 0,-1 0,1 0,-1-1,1 0,-1 0,0 0,1 0,-1 0,0-1,0 0,0 1,0-1,0 0,0 0,4-5,15-12,0 0,-2-2,0 0,-2-1,27-41,64-136,-67 109,-4-2,50-186,-73 216,-3-1,-3 0,-3-1,-2 0,-8-106,1 138,-2 1,-1 0,-2 1,-1 0,-13-32,13 43,0 0,-1 1,-1 0,-1 1,-1 0,0 1,-1 0,-26-22,18 20,-2 1,0 2,-1 0,-1 2,0 1,-1 0,0 2,-32-7,6 5,-1 2,-1 3,-81-1,56 10,0 3,1 4,-1 4,2 2,0 4,-125 49,87-20,2 6,3 4,-163 113,171-96,4 4,3 4,-145 165,181-177,4 2,3 3,3 2,4 3,-66 158,94-189,1 0,3 1,2 1,2 0,-3 59,12-78,1 0,1 0,2 0,2 0,0-1,2 0,2 0,1 0,19 41,-9-34,2-1,2 0,1-2,2-1,2-1,0-1,3-2,68 53,-18-25,3-5,175 84,169 32,-213-103,4-11,1-8,2-11,2-9,239-2,-333-26,0-6,0-5,-1-6,-1-6,128-41,-180 39,0-5,-1-2,108-65,-127 61,-2-3,-1-2,-2-2,85-92,-83 69,-2-3,-3-1,-4-3,-3-1,-3-3,-3-1,49-160,-52 116,-6-2,-5 0,-5-1,0-223,-19 221,-6 1,-5 1,-6 0,-5 1,-6 2,-58-155,56 200,-2 1,-5 2,-2 2,-62-82,63 103,-2 1,-2 3,-2 1,-2 3,-2 2,-56-35,59 46,-2 3,-1 2,-1 2,-1 2,0 2,-2 3,0 2,-77-9,81 18,-1 1,1 3,-1 3,1 1,-1 3,2 2,-1 2,1 2,-67 26,59-13,1 3,2 2,1 2,1 3,2 1,2 3,1 2,2 2,-56 69,38-31,4 2,3 3,4 2,-79 187,88-163,5 2,5 1,5 2,5 0,5 2,6 0,5 1,9 137,7-129,7-1,5 0,5-1,6-2,5-1,6-2,91 183,-53-155,190 263,-124-226,208 204,292 184,-277-298,12-15,11-18,10-16,558 224,-59-132,-24-108,-51-114,-610-91,313-29,-373 4,0-6,175-53,-222 44,-1-5,202-104,-240 103,-1-4,-2-3,-2-2,-3-4,-1-2,75-89,-90 86,-2-2,-3-2,-3-1,-3-2,-2-2,-4-1,26-84,-32 65,-3-2,-4-1,-5 0,-3-1,-4 0,-4-1,-4 1,-4 0,-4 1,-44-170,26 157,-6 2,-3 1,-5 1,-4 3,-4 2,-4 2,-5 3,-3 2,-78-82,41 67,-4 4,-4 5,-4 4,-4 6,-3 5,-3 5,-4 5,-172-65,170 86,-2 5,-1 6,-188-26,199 48,1 5,-1 5,0 5,-128 19,153-6,1 4,-100 33,129-29,1 2,1 3,-108 65,135-69,2 1,1 2,0 1,2 2,2 1,0 1,-26 39,36-42,2 1,1 0,1 1,2 1,0 0,3 1,0 0,2 0,-6 64,11-54,2 0,2 0,1 0,3 0,1 0,2-1,2 0,2 0,1-1,37 74,-13-47,3-1,2-2,4-2,2-2,80 77,264 202,187 61,208 63,206 44,162 9,685 176,28-146,-881-332,-261-114,-640-93,1-4,0-4,124-17,-187 14,0-1,0 0,0-2,-1-1,0-1,-1 0,0-2,0-1,34-25,-45 28,0-1,-1 0,0-1,-1 0,0 0,-1-1,0 0,-1-1,0 1,-1-1,0-1,-1 1,6-28,-7 13,0 0,-2-1,-1 1,-2-1,0 1,-6-29,-6-16,-3 0,-3 1,-3 0,-52-113,19 73,-6 1,-77-107,50 99,-4 3,-6 4,-150-133,106 124,-5 6,-202-120,137 114,-287-121,-243-25,-74 74,614 164,-1 8,-219 7,307 16,1 6,0 5,1 5,-179 51,219-45,2 3,1 3,1 3,2 3,2 2,1 4,-110 95,102-68,4 2,3 4,3 3,3 2,-49 91,27-22,6 4,-60 178,80-173,8 2,6 3,8 1,6 1,-7 292,33-379,5 0,2-1,30 135,-27-176,1-1,2 0,2-1,1 0,1-1,2-1,1-1,2 0,1-2,27 28,-20-29,1-1,2-2,0-2,2 0,0-3,1 0,1-3,76 26,-51-24,1-3,0-3,2-3,122 4,-128-14,0-2,-1-3,1-3,-1-2,65-20,-78 15,-1-1,0-2,-1-2,-1-1,-1-3,-1-1,37-31,-40 24,0-2,-3-1,0-2,-3 0,36-59,-33 41,-3-3,-2 0,31-97,-30 53,-4-1,-5-1,-5-1,4-192,-19 152,-7 1,-7 1,-33-153,24 196,-3 1,-6 1,-3 1,-5 2,-58-101,64 140,-2 1,-2 2,-3 2,-1 1,-3 3,-2 2,-2 1,-58-39,60 52,0 2,-2 2,-2 2,0 2,-1 3,-1 2,0 2,-2 3,-94-12,78 20,0 3,0 4,0 2,1 4,-1 2,-125 37,112-20,1 4,2 3,1 4,1 4,-80 57,49-11,33-24,21-17,41-33,0-1,0 0,-1-2,-1 1,0-2,0 0,-1-1,-22 7,2-7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5:08:34.29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1672 2062,'-271'479,"206"-340,-74 225,133-344,3-14,0 0,1 0,0 0,1 0,-1 1,1-1,0 1,1-1,-1 0,1 1,1-1,0 9,0-15,-1 1,0 0,0-1,1 1,-1-1,0 1,1-1,-1 0,0 1,1-1,-1 1,1-1,-1 0,1 1,-1-1,1 0,-1 1,1-1,-1 0,1 0,-1 0,1 0,0 1,-1-1,1 0,-1 0,1 0,-1 0,1 0,0 0,-1 0,1 0,-1-1,1 1,-1 0,1 0,0 0,-1-1,1 1,-1 0,1 0,-1-1,0 1,1-1,-1 1,1 0,-1-1,0 1,1-1,-1 1,1-1,25-31,-11 4,-2-1,0 0,-2 0,-2-2,13-60,-1-29,-6 0,-4-2,-6 1,-13-168,-8 130,-7 0,-79-289,46 274,-103-223,101 276,-5 3,-119-165,159 250,-1 2,-2 1,-1 1,-1 1,-43-33,64 56,-1-1,0 1,0 1,-1-1,1 2,-1-1,0 1,0 0,-18-3,21 6,0 0,0 0,0 1,0-1,0 1,0 0,0 1,0 0,1 0,-1 0,0 0,1 1,0 0,0 0,0 1,-6 4,-7 8,1 1,0 1,1 0,1 1,1 1,1 0,1 1,-15 32,1 8,-33 119,42-118,3 0,3 1,2 1,4 0,3 104,4-130,3 0,1 0,2 0,1-1,2 0,2-1,1 0,1-1,3 0,35 53,-23-49,2-1,2-2,1-1,2-1,1-2,1-2,2-2,79 42,-47-35,1-2,1-4,2-3,129 26,-150-42,0-2,1-2,1-3,77-6,-108 1,0-2,0 0,-1-2,0 0,0-2,0-1,-1-1,0-2,-1 0,-1-1,28-21,-38 23,-1 0,-1 0,1-1,-2-1,0 0,-1 0,0-1,-1 0,0 0,-1-1,-1 0,0-1,4-17,-5 9,-1 0,-1 0,-1 0,-1 0,-1-1,-1 1,-1 0,-6-26,6 39,-1-1,0 1,-1 0,0 0,0 0,-7-11,8 18,1 0,-1 0,0 1,0-1,0 1,-1 0,1 0,-1 0,1 0,-1 1,0-1,0 1,0 0,-1 0,1 0,0 1,-9-2,2 1,0 2,0-1,0 1,0 1,0 0,0 1,0 0,1 0,-1 1,1 1,-1 0,1 0,-11 7,15-8,0 0,0 1,1-1,-1 1,1 0,0 1,0-1,1 1,-1 0,1 0,0 1,0-1,1 1,0 0,0 0,0 0,0 0,1 1,0-1,1 1,-1-1,0 13,2-16,1 0,-1-1,1 1,0 0,0-1,0 1,0-1,0 1,0-1,1 1,-1-1,1 0,0 1,0-1,-1 0,1 0,1 0,-1-1,0 1,0-1,1 1,-1-1,1 1,2 0,-3-1,1 0,-1 0,0 0,1-1,-1 1,1 0,-1-1,1 0,-1 0,1 1,-1-2,1 1,-1 0,1 0,-1-1,1 1,-1-1,0 0,1 0,-1 0,0 0,1 0,-1 0,0-1,4-2,-6 4,0-1,1 1,-1 0,0 0,0-1,1 1,-1 0,0-1,0 1,1 0,-1-1,0 1,0 0,0-1,1 1,-1 0,0-1,0 1,0-1,0 1,0 0,0-1,0 1,0-1,0 1,0 0,0-1,0 1,0-1,0 1,0 0,-1-1,1 1,0 0,0-1,0 1,-1-1,1 1,0 0,0 0,-1-1,1 1,0 0,-1-1,1 1,0 0,-1 0,1 0,0-1,-1 1,1 0,0 0,-1 0,1 0,-1 0,1 0,0 0,-1 0,1 0,-1 0,1 0,0 0,-1 0,-29 0,18 4,1 0,0 0,1 1,-1 0,1 1,0 0,0 1,1 0,0 0,0 1,-10 13,4-5,2 0,0 1,1 1,1 0,-14 30,23-43,-4 8,1 1,-6 20,10-31,1 0,-1-1,1 1,-1 0,1 0,0 0,0-1,0 1,1 0,-1 0,1 0,-1-1,1 1,0 0,0-1,0 1,0 0,1-1,1 3,-3-4,1 0,-1-1,1 1,0 0,-1-1,1 1,-1 0,1-1,0 1,-1-1,1 1,0-1,0 0,0 1,-1-1,1 0,0 1,0-1,0 0,-1 0,1 0,0 0,0 0,0 0,0 0,1 0,-1-1,1 0,-1 1,0-1,0 0,0 0,0 0,0 0,0 0,0 0,0 0,0 0,-1 0,1-1,1-1,1-5,0 0,0 0,-1 0,2-11,2-12,-2-1,-2 0,0 0,-3 0,-7-59,6 76,-1 0,-1 0,0 1,-1-1,-1 1,0 0,-1 1,-1-1,0 1,0 1,-2 0,1 0,-1 1,-18-16,-4 4,-2 1,0 2,-1 1,-48-18,-3 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5:10:37.372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13628 879,'0'-2,"0"1,0 0,0 0,-1-1,1 1,-1 0,1 0,-1-1,1 1,-1 0,0 0,1 0,-1 0,0 0,0 0,0 0,0 0,0 0,0 1,-1-2,-26-13,22 13,-46-19,-1 2,-88-19,113 32,-892-161,571 113,-246-41,-122-13,-98 3,-870-39,-10 78,-5 51,2 27,424-2,894-8,-847-2,1080-4,43-2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5:10:38.098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5:16:09.82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7325 546,'-9'-8,"-1"1,0-1,0 2,-1 0,0 0,0 1,-1 0,1 1,-16-4,13 4,-656-159,631 155,-548-102,-993-56,317 146,748 18,-1337-7,1851 9,-35 1,76 10,367 64,8-13,155 0,133-10,109-13,1903 5,-1914-57,-125-17,-131-11,-129-2,-115-2,-100 3,-174 36,47-18,-73 24,0-1,0 1,0 0,0-1,0 1,0-1,-1 1,1-1,0 0,0 1,-1-1,1 0,0 1,-1-1,1 0,0-1,-1 1,0 1,0-1,-1 1,1-1,0 1,0 0,-1-1,1 1,0-1,-1 1,1 0,-1-1,1 1,-1 0,1-1,0 1,-1 0,1 0,-1-1,1 1,-1 0,1 0,-1 0,1 0,-1 0,1 0,-2-1,-22-3,0 1,-32 0,-157-1,-113 4,-136 1,-162 2,-166-1,-147 0,-3792 1,4194-3,177 0,237-1,-31 2,402-2,37 1,82 0,69 1,1508 52,-788-13,-3-27,-1083-14,-47 0,-53 0,-1164-1,662 3,-268 10,721-6,69-3,16 0,129 3,151-3,152-1,152-1,136 0,4159-1,-4538 0,-164 0,203-27,-314 16,-71 11,0 0,-1 1,1-1,0 0,-1 0,1 0,-1 0,1-1,2-1,-5 3,0-1,0 1,1 0,-1 0,0-1,0 1,0 0,0-1,1 1,-1-1,0 1,0 0,0-1,0 1,0 0,0-1,0 1,0 0,0-1,0 1,0-1,0 1,0 0,0-1,0 1,-1 0,1-1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5:23:14.498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433 7269,'75'3,"126"19,-111-9,165 23,116 23,137 28,142 26,133 28,107 28,1260 226,1-76,-1631-263,-149-26,2-17,-328-17,-45 4,0 0,0 0,0 0,0 0,0 0,-1 0,1 0,0 0,0 0,0 0,0 0,0 0,0 0,0 0,-1 0,1 0,0 0,0 0,0 0,0-1,0 1,0 0,0 0,0 0,0 0,-1 0,1 0,0 0,0 0,0 0,0-1,0 1,0 0,0 0,0 0,0 0,0 0,0 0,0 0,0-1,0 1,0 0,0 0,0 0,0 0,0 0,0 0,0 0,0-1,0 1,0 0,0 0,0 0,0 0,0 0,1 0,-1 0,0 0,0-1,0 1,0 0,0 0,0 0,0 0,0 0,0 0,0 0,1 0,-27-8,-178-33,99 22,-214-41,-154-28,-173-34,-162-34,-118-24,-1277-197,-10 128,1640 216,125 19,117 12,-37 13,341-10,8 0,0 1,-32 6,47-6,9 0,88 5,-22-3,704 99,-753-100,-15-2,1 0,-1 0,1 0,-1 1,0 1,1-1,-1 1,-1 0,1 0,11 8,-18-11,1 1,-1-1,0 0,0 0,1 1,-1-1,0 0,0 0,1 1,-1-1,0 0,0 1,0-1,0 0,0 1,1-1,-1 1,0-1,0 0,0 1,0-1,0 0,0 1,0-1,0 0,0 1,0-1,-1 1,1-1,0 0,0 1,0-1,0 0,0 1,-1-1,1 0,0 1,0-1,-1 0,1 0,0 1,0-1,-1 0,1 0,0 0,-1 1,1-1,0 0,-1 0,-8 4,1-1,-1 0,0-1,0 1,-1-2,1 0,0 0,0 0,-11-2,-6 3,-435 7,-34 3,480-11,1 0,-25 6,39-7,0 0,0 0,0 0,-1 0,1 0,0 0,0 0,0 0,0 0,0 0,-1 0,1 0,0 0,0 0,0 0,0 0,0 0,0 0,-1 0,1 0,0 0,0 0,0 0,0 1,0-1,0 0,0 0,0 0,-1 0,1 0,0 0,0 0,0 1,0-1,0 0,0 0,0 0,0 0,0 0,0 1,0-1,0 0,0 0,0 0,0 0,0 0,0 1,0-1,0 0,0 0,0 0,0 0,0 0,0 0,0 1,0-1,1 0,-1 0,0 0,0 0,0 0,0 0,0 0,0 1,21 6,187 25,-65-13,222 38,144 27,129 23,1076 146,20-98,-470-127,-8-40,-356 2,-587 10,613-20,-789 10,0-7,-1-5,-2-6,-1-6,153-60,-200 57,-35 14,72-22,-99 40,1 0,1 2,-1 1,0 0,31 4,128 18,-179-20,1008 186,-380-61,3-32,376-41,-783-58,-1-11,324-64,-299 23,-2-10,-3-11,302-142,-383 140,-4-7,-4-6,-4-8,-5-6,192-181,-236 182,-4-5,-6-4,-5-4,-5-4,102-199,-103 149,-7-3,-8-3,83-341,-124 391,-6-1,-5-2,1-190,-21 247,-2 1,-4 0,-4 0,-2 1,-4 0,-3 2,-46-109,23 93,-3 3,-4 2,-3 2,-4 2,-3 4,-79-76,18 34,-6 6,-239-160,-433-189,-37 74,-943-260,1534 579,-4 11,-354-33,438 78,0 6,0 8,1 7,-283 53,244-15,2 8,4 9,2 9,3 8,-349 207,441-224,2 4,4 5,2 3,5 5,3 3,3 4,5 3,4 4,-114 196,117-157,6 3,7 3,5 2,7 2,-40 227,61-211,7 1,7 1,8 0,6 0,27 164,2-123,10-3,8-1,122 307,-59-244,10-5,167 255,69 10,90 20,92 14,90 2,-191-217,16-20,906 480,-935-593,9-19,550 159,-611-244,4-17,3-16,427 23,-187-82,-78-65,-403 27,185-60,-231 53,-2-4,-1-4,155-92,-180 87,-2-2,-3-3,-1-3,-3-3,58-68,-56 48,-4-2,-3-2,-3-3,60-137,-64 107,-5-3,-5-1,25-142,-33 80,-8 0,-8-1,-8 0,-8-1,-28-191,8 206,-7 0,-8 2,-7 2,-87-211,69 231,-6 3,-6 3,-5 3,-191-235,-100-23,-100-10,-96 1,150 142,-715-324,714 405,-826-227,735 294,68 50,320 50,-1 5,1 6,-141 19,202-12,-1 4,2 2,0 2,1 3,0 3,2 2,1 2,-57 38,58-26,2 2,1 3,3 2,1 1,3 3,-56 78,37-32,3 2,-87 195,104-185,5 1,5 2,4 1,5 1,5 1,6 1,4 1,11 214,9-204,5 0,6-1,5-1,6-1,4-1,6-3,116 223,111 81,92 23,81 7,-177-216,9-12,10-12,10-12,7-14,521 236,-297-219,-375-156,157 27,-227-60,1-3,138 0,-180-12,-1-2,1-2,-1-1,0-2,-1-1,0-2,0-2,-1-2,40-21,-45 17,-2-1,0-1,-2-1,0-2,-2-1,0-1,-2-1,-1-1,-1-1,18-33,-6 1,-2-1,-3-1,-3-2,-3-1,28-132,-29 67,-5 0,-1-174,-39-207,-65-87,-71-82,-90-80,-88-60,-99-40,144 371,-21 12,-20 15,-20 15,-20 16,-506-456,219 324,65 133,81 127,383 239,-164-58,221 97,-2 4,-128-20,160 36,0 2,0 3,0 1,0 2,0 2,0 2,-59 15,63-9,1 2,1 2,0 1,1 2,1 1,1 2,-61 49,43-24,3 3,1 1,3 3,-66 99,41-37,-87 189,71-102,9 4,-88 367,116-331,11 1,-10 302,44-393,7 1,7-1,6-1,40 168,-32-223,5-1,4-1,4-2,4-2,4-1,4-3,82 114,-54-105,4-5,4-2,3-5,5-3,199 134,-80-84,438 196,-367-208,5-14,5-12,594 108,-339-150,-400-49,194-23,-244 9,0-5,128-40,-164 37,-1-3,-1-2,-1-3,-2-2,98-71,-115 71,-2-2,-2-1,0-2,-3-1,-1-2,-2-1,-1-1,26-52,-31 44,-1-2,-2 0,-3-1,-2-1,-2-1,9-87,-17 77,-3 0,-2-1,-4 1,-2 0,-18-80,5 68,-2 1,-4 1,-3 1,-4 2,-2 0,-3 3,-3 1,-3 2,-3 2,-59-62,44 63,-3 2,-3 3,-2 3,-2 3,-2 3,-3 4,-1 3,-2 3,-97-31,58 31,-1 5,-2 5,0 5,-2 6,-233 0,247 19,0 5,1 4,0 5,1 5,2 5,0 4,-132 59,166-58,3 4,0 2,3 3,1 3,3 3,1 2,3 3,2 2,2 3,3 2,-47 72,50-53,3 1,4 2,4 2,3 2,3 0,5 2,-27 171,38-147,6 1,4 0,5 0,5 0,42 219,-28-241,4-1,5-1,2-2,5-1,4-2,3-1,3-3,4-1,3-3,4-2,2-3,4-2,90 75,-88-90,1-3,3-3,140 72,-151-92,0-4,2-1,0-3,1-3,112 14,-109-24,0-3,0-3,1-3,-1-2,-1-4,1-2,-2-2,0-4,0-2,91-43,-105 39,-2-2,-1-3,-1-1,-2-2,0-2,-3-1,0-3,-3-1,-1-1,-2-2,-2-1,-1-2,32-66,-39 62,-3 0,-2-2,-2 0,17-96,-24 74,-2 0,-4 0,-3 0,-12-93,-13-3,-63-225,-83-173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75A1AE-2942-6917-3045-A1AE17888D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BB32F38-272B-A674-8B69-B42EC0AEFC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05F5FF7-61F2-A84D-98F3-0B3FA3C13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654F7A0-13BD-B860-BCD4-4B1E807A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9F61626-0351-A4A0-0021-93B2A30A9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718865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C68822-D1AD-E447-C785-FED49876E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C5301C-47E9-A32F-2023-522991327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6385A51-476A-2D77-1673-553845172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672F272-0FAF-6425-B8E8-6737C140F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AF03ABC-15C2-820D-31ED-338C1300F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204797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5293D9-1CAD-D569-E17D-12A0446F4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EC5FDAD-4D26-3B11-8716-35E605295D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4E277A-7874-9204-9B71-FD08E96C4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B10F27-A388-5E0E-A999-41BCC1069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E2BBB44-E879-FCA2-2681-7EBE2C95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876302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43BFDF-F822-4A7A-DF7B-07813696D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392EC69-2EE0-DDBE-47BD-4BE30D8C40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88D3263-9169-F608-B81F-4A27494F4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6FE9732-5D29-91EB-B2ED-EFFEC8F82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AA12E39-4AF2-E18E-6F44-B57F9BDBA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A722589-E0F0-4CEE-1780-04811A775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15056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882C16-6096-CEF6-894C-8BD949824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EA563DB-E419-DFEC-D05E-FCA6DA591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815E999-995A-3FEF-D716-9FE0AF04CE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6204300-870A-72C4-4DB9-AB57A23DAC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F686C12-EE5A-7CBF-9C9A-AE73438712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5749A41-35C0-7C16-A535-3E25A0DB7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BE9C137-AED4-8280-2812-429F9CA60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D70344E-178B-A18D-8532-BDFE6A908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726631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20E2AF-5617-8A13-402A-E83301C98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0CC4910-803C-5363-3F88-F692F6FFA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30B7278-0FBA-B0EE-C7F8-E2E29C3FE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329059A-45D8-D14B-7CBB-8771E81F7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633755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46B6356-2198-B0C4-BB74-485DF1E49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5C201AD-2789-11F8-D5CD-BCFAAA6A7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B261909-7DF2-DD6F-0036-975F1B588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283629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DA81D5-3578-7E26-FB68-D57C6A09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0B8DFA-7124-03C8-89D0-CB940FABF3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52481D2-2199-EE52-9F28-7BDE529581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C3A9625-DAEE-4648-BBDE-FE3DA5455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1D1328C-AB75-3B71-EF8F-43926DB04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FCDC206-774B-4AC8-7048-BBBE637D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27167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2B3CBA-8625-A30C-C155-8834255B8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21F7DBF-7E35-FD38-7B6E-C3AAC1F8F1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2FE207-94EF-92DC-479C-D624FA36ED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CDDDFAF-42A1-C5FE-6217-5DA8CDB88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E790CB8-BCC5-86C5-0D86-2AFB841CD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28E128C-044B-71A9-6CDD-CF1DB84CE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696901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049AA8-5A5B-1D68-2188-6ECB3BFD9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CDDFD62-744C-42A2-F47E-DBF074CDF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CB936C7-76F5-0A9D-5FC2-302862ACF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18A1A9E-E41A-1411-6508-BF4E040C4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30F74D7-04F9-0227-A406-77EE47B0B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897468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2A995E1-7980-868F-043C-F7CAA8FAA4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0ADA3E4-2936-72E9-4E76-2C329E8D24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276864B-5FDD-D9DF-A818-09903B265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9DCA49-A072-2E1D-F135-04FCA7F8F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3C19599-C7D0-B7AC-C719-CB31F213F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699554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E6B99F8-5780-3C97-9DEC-DB2CEAB60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43F2EE-3A17-CD2A-6353-F34A27DD6B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4CB939-AD7C-0229-8AAF-A8721CE0FB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9EAF5EA-40E0-2677-E77C-29F3D431D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44F2153-68A7-0050-C527-0FA3835202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7309474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customXml" Target="../ink/ink4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customXml" Target="../ink/ink5.xml"/><Relationship Id="rId7" Type="http://schemas.openxmlformats.org/officeDocument/2006/relationships/customXml" Target="../ink/ink7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png"/><Relationship Id="rId5" Type="http://schemas.openxmlformats.org/officeDocument/2006/relationships/customXml" Target="../ink/ink6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customXml" Target="../ink/ink10.xml"/><Relationship Id="rId7" Type="http://schemas.openxmlformats.org/officeDocument/2006/relationships/customXml" Target="../ink/ink12.xm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0.png"/><Relationship Id="rId5" Type="http://schemas.openxmlformats.org/officeDocument/2006/relationships/customXml" Target="../ink/ink11.xml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6.png"/><Relationship Id="rId5" Type="http://schemas.openxmlformats.org/officeDocument/2006/relationships/customXml" Target="../ink/ink15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customXml" Target="../ink/ink16.xml"/><Relationship Id="rId7" Type="http://schemas.openxmlformats.org/officeDocument/2006/relationships/customXml" Target="../ink/ink18.xm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.png"/><Relationship Id="rId5" Type="http://schemas.openxmlformats.org/officeDocument/2006/relationships/customXml" Target="../ink/ink17.xml"/><Relationship Id="rId4" Type="http://schemas.openxmlformats.org/officeDocument/2006/relationships/image" Target="../media/image5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9.xml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6.png"/><Relationship Id="rId5" Type="http://schemas.openxmlformats.org/officeDocument/2006/relationships/customXml" Target="../ink/ink20.xml"/><Relationship Id="rId4" Type="http://schemas.openxmlformats.org/officeDocument/2006/relationships/image" Target="../media/image5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1.xm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ustomXml" Target="../ink/ink22.xml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73E157-B688-B0DA-0170-61AE228343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 dirty="0"/>
              <a:t>INICIAMOS HACIENDO OTRO ML DRENAJE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588536F-467D-7648-F2D7-289FDAFA22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227377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7B98AB5F-3916-8F7B-011E-AE2436936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Importante la escala ML LUEGO VER SCALE  0.30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AA2FE66-B0AD-58F7-A321-50E30B3D4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854" y="1331328"/>
            <a:ext cx="7706801" cy="382958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A3AEE59B-4FE3-5A3F-2D1A-984EADC28E77}"/>
                  </a:ext>
                </a:extLst>
              </p14:cNvPr>
              <p14:cNvContentPartPr/>
              <p14:nvPr/>
            </p14:nvContentPartPr>
            <p14:xfrm>
              <a:off x="5526554" y="2304388"/>
              <a:ext cx="714600" cy="38304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A3AEE59B-4FE3-5A3F-2D1A-984EADC28E7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72554" y="2196388"/>
                <a:ext cx="822240" cy="59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E9C286BC-A00C-DC2D-9E9A-5858AD913C4D}"/>
                  </a:ext>
                </a:extLst>
              </p14:cNvPr>
              <p14:cNvContentPartPr/>
              <p14:nvPr/>
            </p14:nvContentPartPr>
            <p14:xfrm>
              <a:off x="5922554" y="4355308"/>
              <a:ext cx="839880" cy="56556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E9C286BC-A00C-DC2D-9E9A-5858AD913C4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868554" y="4247308"/>
                <a:ext cx="947520" cy="781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60055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548D10-26FC-DC41-5886-7BF0F64B0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AHORA USAR MLEDIT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2AEBD9-21C9-FCD9-26CD-55557F29D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4630" y="1372749"/>
            <a:ext cx="4539547" cy="481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923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A25DDB-3CFC-73FE-D544-E671E1C46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B23992B-99F4-8C33-EBA0-81A457651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445" y="1319046"/>
            <a:ext cx="5666610" cy="5061634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6C879693-0552-9A75-C4D7-699CCED7111B}"/>
              </a:ext>
            </a:extLst>
          </p:cNvPr>
          <p:cNvSpPr txBox="1"/>
          <p:nvPr/>
        </p:nvSpPr>
        <p:spPr>
          <a:xfrm>
            <a:off x="7146388" y="2475914"/>
            <a:ext cx="31089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sz="5400" dirty="0"/>
              <a:t>Se  corta el del primer </a:t>
            </a:r>
            <a:r>
              <a:rPr lang="es-GT" sz="5400" dirty="0" err="1"/>
              <a:t>click</a:t>
            </a:r>
            <a:endParaRPr lang="es-GT" sz="5400" dirty="0"/>
          </a:p>
        </p:txBody>
      </p:sp>
    </p:spTree>
    <p:extLst>
      <p:ext uri="{BB962C8B-B14F-4D97-AF65-F5344CB8AC3E}">
        <p14:creationId xmlns:p14="http://schemas.microsoft.com/office/powerpoint/2010/main" val="4271729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1B15EB-3F0A-79F1-4C6C-EAB756B51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Open </a:t>
            </a:r>
            <a:r>
              <a:rPr lang="es-GT" dirty="0" err="1"/>
              <a:t>cross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6225F01-9262-A172-BC89-823F2C842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285" y="1977893"/>
            <a:ext cx="5544003" cy="415200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8CCD184-2E61-9E88-74E1-53D9EFB34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039" y="2531066"/>
            <a:ext cx="2931448" cy="3045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1714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342AA3-D2D2-30E0-E9BA-DCE691351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5BEFE2B-43CC-FE3B-5BE5-C3CA6DAF9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992" y="1510852"/>
            <a:ext cx="3660464" cy="383629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24A0AF7C-FE1B-499A-2991-70063497E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5555" y="1690688"/>
            <a:ext cx="1732513" cy="17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600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76DC02-F345-3A2D-3DF1-C80EAD05B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65915B6-7A05-6186-18DE-7ECD14C4A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026" y="1342418"/>
            <a:ext cx="3100840" cy="276478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A263837-AFC6-7B5E-32F0-037053819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013" y="3998497"/>
            <a:ext cx="3000794" cy="217200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EE4F648A-299C-40EA-9969-5612F6E2E3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2337" y="1342418"/>
            <a:ext cx="2514037" cy="2514037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BA4D76BA-0833-545F-1538-41DC947CCA52}"/>
              </a:ext>
            </a:extLst>
          </p:cNvPr>
          <p:cNvSpPr txBox="1"/>
          <p:nvPr/>
        </p:nvSpPr>
        <p:spPr>
          <a:xfrm>
            <a:off x="6780628" y="4783015"/>
            <a:ext cx="2616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dirty="0"/>
              <a:t>UNE LAS LINEAS</a:t>
            </a:r>
          </a:p>
        </p:txBody>
      </p:sp>
    </p:spTree>
    <p:extLst>
      <p:ext uri="{BB962C8B-B14F-4D97-AF65-F5344CB8AC3E}">
        <p14:creationId xmlns:p14="http://schemas.microsoft.com/office/powerpoint/2010/main" val="2704768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00EF48-66BB-B0AA-579C-94936D062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VERTEX, SOLO EXTENDEMOS LAS LINEAS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24B70CC-8A8D-37D2-31DF-38715C5A8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94" y="1690688"/>
            <a:ext cx="3426637" cy="334694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75A57DF1-F56C-812E-1738-D07AD236EB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016" y="1418944"/>
            <a:ext cx="5334744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370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AD8CEE-1919-90A3-2336-C23AD5784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BORRAR VERTICE, CUALQUIER ESQUINA QUE SELECCIONEMOSO SE QUITA 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A55D358-D8B0-0106-BE35-0F01952A7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032" y="2477161"/>
            <a:ext cx="6198531" cy="401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45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2F4AD8-78F7-AABA-C33F-B663DF940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CORTE INDIVIDAL SOBRE MULTIIINEA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FA8806C-0B73-0E82-8D96-CA74D63ED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073" y="2485987"/>
            <a:ext cx="5982535" cy="368668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2254DDA-711C-9962-5049-16B2F319D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4412" y="1945508"/>
            <a:ext cx="3198056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544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1B96BD-E6E5-7EDC-7A8C-29D6C5305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Se corta  la fracción completa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681F99F-F34B-74E8-516A-0E27596FF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501" y="1690688"/>
            <a:ext cx="8621347" cy="4514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4403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F07596-9990-4588-036A-660304CF2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Luego se une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5083399-31A6-0CB7-AE0D-E5F119E5F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6778" y="1502690"/>
            <a:ext cx="5578444" cy="5547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5893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23868D-6EAD-9EEA-C4CD-E3325BA92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088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s-GT" dirty="0"/>
              <a:t>Tomar en cuenta que la ventaja es que están todos unidos al seleccionar, ES DECIR QUE SE SELECCIONAN TODOS SIN SENTIR QUE ESTAN CORTADOS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58EF889-EFB3-169A-20AE-84BB7F9747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685" y="2499390"/>
            <a:ext cx="9202434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083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EA5144-0F8D-E377-207C-5FEA5ADC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Para pasar las líneas atrás y poder quitar una parte de la multilínea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5A342CB-E179-7ED3-CB78-07A43D4F4C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224" y="1793094"/>
            <a:ext cx="5615683" cy="469978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FC4A4F78-BFDD-2AA8-6633-B6A5D35CEDCD}"/>
                  </a:ext>
                </a:extLst>
              </p14:cNvPr>
              <p14:cNvContentPartPr/>
              <p14:nvPr/>
            </p14:nvContentPartPr>
            <p14:xfrm>
              <a:off x="2688674" y="4106548"/>
              <a:ext cx="2321280" cy="8568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FC4A4F78-BFDD-2AA8-6633-B6A5D35CEDC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35034" y="3998908"/>
                <a:ext cx="2428920" cy="30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CE21DC04-8658-9AF9-F7E7-418A0B6D39A7}"/>
                  </a:ext>
                </a:extLst>
              </p14:cNvPr>
              <p14:cNvContentPartPr/>
              <p14:nvPr/>
            </p14:nvContentPartPr>
            <p14:xfrm>
              <a:off x="4691714" y="4102228"/>
              <a:ext cx="3733200" cy="50220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CE21DC04-8658-9AF9-F7E7-418A0B6D39A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637714" y="3994228"/>
                <a:ext cx="3840840" cy="717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71467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A762EB-A75B-DCE7-3A3F-5AF21E804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32411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s-GT" dirty="0"/>
              <a:t>Para los </a:t>
            </a:r>
            <a:r>
              <a:rPr lang="es-GT" dirty="0" err="1"/>
              <a:t>endpoints</a:t>
            </a:r>
            <a:r>
              <a:rPr lang="es-GT" dirty="0"/>
              <a:t> o las líneas </a:t>
            </a:r>
            <a:r>
              <a:rPr lang="es-GT" dirty="0" err="1"/>
              <a:t>guias</a:t>
            </a:r>
            <a:r>
              <a:rPr lang="es-GT" dirty="0"/>
              <a:t> para colocar o para cortar mejor, primero el ML, luego los </a:t>
            </a:r>
            <a:r>
              <a:rPr lang="es-GT" dirty="0" err="1"/>
              <a:t>endpoints</a:t>
            </a:r>
            <a:r>
              <a:rPr lang="es-GT" dirty="0"/>
              <a:t> SHFT Y CLICK DERECHO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0703807-5166-D598-4277-FAE72D135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6131" y="2122877"/>
            <a:ext cx="5125165" cy="455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121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864BA7-37AD-50ED-E3F4-CFEADCF88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ASI QUEDARIA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62CE9A-BBD1-289C-DCB4-F90A10510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765" y="2134535"/>
            <a:ext cx="5134255" cy="43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081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A08688-E545-BAC7-5CCB-5A562131B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SE HACE 2 VECES EL ENDOINT PARA EL OTRO LADO DE ABAJO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BDAFF23-E0E8-6CEC-5380-64AC86578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648" y="1624921"/>
            <a:ext cx="5468113" cy="4867954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7172C180-0447-066B-DE8D-8B8571FF0034}"/>
              </a:ext>
            </a:extLst>
          </p:cNvPr>
          <p:cNvSpPr txBox="1"/>
          <p:nvPr/>
        </p:nvSpPr>
        <p:spPr>
          <a:xfrm>
            <a:off x="7934178" y="2769549"/>
            <a:ext cx="2743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sz="3600" b="1" dirty="0"/>
              <a:t>ASI QUEDA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6F40BDED-FB11-AB40-3115-BC2D1E084477}"/>
                  </a:ext>
                </a:extLst>
              </p14:cNvPr>
              <p14:cNvContentPartPr/>
              <p14:nvPr/>
            </p14:nvContentPartPr>
            <p14:xfrm>
              <a:off x="-2444566" y="2734948"/>
              <a:ext cx="7449120" cy="76788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6F40BDED-FB11-AB40-3115-BC2D1E08447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2498566" y="2627308"/>
                <a:ext cx="7556760" cy="9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53D57018-60D4-0E88-0DBD-2A79D0C96F53}"/>
                  </a:ext>
                </a:extLst>
              </p14:cNvPr>
              <p14:cNvContentPartPr/>
              <p14:nvPr/>
            </p14:nvContentPartPr>
            <p14:xfrm>
              <a:off x="131511" y="4840228"/>
              <a:ext cx="5524200" cy="63180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53D57018-60D4-0E88-0DBD-2A79D0C96F5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7511" y="4732228"/>
                <a:ext cx="5631840" cy="84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B1D869E4-C02F-613D-64EB-08000E68B58D}"/>
                  </a:ext>
                </a:extLst>
              </p14:cNvPr>
              <p14:cNvContentPartPr/>
              <p14:nvPr/>
            </p14:nvContentPartPr>
            <p14:xfrm>
              <a:off x="2682831" y="3201868"/>
              <a:ext cx="2680200" cy="568440"/>
            </p14:xfrm>
          </p:contentPart>
        </mc:Choice>
        <mc:Fallback xmlns=""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B1D869E4-C02F-613D-64EB-08000E68B58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29191" y="3094228"/>
                <a:ext cx="2787840" cy="78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07359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CAC877-FB9D-902A-3BB6-E579E346E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2938B7CC-F1D2-D002-03A8-451F86033F11}"/>
                  </a:ext>
                </a:extLst>
              </p14:cNvPr>
              <p14:cNvContentPartPr/>
              <p14:nvPr/>
            </p14:nvContentPartPr>
            <p14:xfrm>
              <a:off x="3896474" y="3234988"/>
              <a:ext cx="360" cy="360"/>
            </p14:xfrm>
          </p:contentPart>
        </mc:Choice>
        <mc:Fallback xmlns=""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2938B7CC-F1D2-D002-03A8-451F86033F1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42474" y="3126988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Imagen 4">
            <a:extLst>
              <a:ext uri="{FF2B5EF4-FFF2-40B4-BE49-F238E27FC236}">
                <a16:creationId xmlns:a16="http://schemas.microsoft.com/office/drawing/2014/main" id="{3FBD5C35-E6C7-1A9B-FA14-B6613A92C2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9788" y="976847"/>
            <a:ext cx="5052423" cy="4904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0329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6B724B-0919-DC56-77F2-F914CD24A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8118" y="2016643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s-MX" dirty="0"/>
              <a:t>Tema HATCH</a:t>
            </a:r>
            <a:br>
              <a:rPr lang="es-MX" dirty="0"/>
            </a:br>
            <a:br>
              <a:rPr lang="es-MX" dirty="0"/>
            </a:br>
            <a:r>
              <a:rPr lang="es-MX" dirty="0"/>
              <a:t>COMANDO ES H</a:t>
            </a:r>
            <a:br>
              <a:rPr lang="es-MX" dirty="0"/>
            </a:br>
            <a:br>
              <a:rPr lang="es-MX" dirty="0"/>
            </a:br>
            <a:r>
              <a:rPr lang="es-MX" dirty="0" err="1"/>
              <a:t>H</a:t>
            </a:r>
            <a:r>
              <a:rPr lang="es-MX" dirty="0"/>
              <a:t>- HACH</a:t>
            </a:r>
            <a:br>
              <a:rPr lang="es-MX" dirty="0"/>
            </a:b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12010154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210F3E-DB87-BC82-69D6-614F60597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04EC6E1-8E6E-AF36-5D29-01B017AFD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418" y="1279701"/>
            <a:ext cx="8376031" cy="4588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459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11AC85-FF8B-915F-0571-6FE2926D9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89003DC-71BA-DE7E-03EE-949B39F82A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440" y="256732"/>
            <a:ext cx="9269119" cy="6344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949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8BB90D-8BEE-57A2-D162-32668A942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25AFEC1-EF09-C99E-0096-ED390F916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6233" y="1028365"/>
            <a:ext cx="5439534" cy="480127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F79D2BD1-E0BC-F8EE-5CD5-8270093BE02F}"/>
                  </a:ext>
                </a:extLst>
              </p14:cNvPr>
              <p14:cNvContentPartPr/>
              <p14:nvPr/>
            </p14:nvContentPartPr>
            <p14:xfrm>
              <a:off x="4452568" y="3126233"/>
              <a:ext cx="1499760" cy="79632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F79D2BD1-E0BC-F8EE-5CD5-8270093BE02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80568" y="2982233"/>
                <a:ext cx="1643400" cy="108396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29884ACA-5BB9-819C-C073-5386B2684D80}"/>
              </a:ext>
            </a:extLst>
          </p:cNvPr>
          <p:cNvSpPr txBox="1"/>
          <p:nvPr/>
        </p:nvSpPr>
        <p:spPr>
          <a:xfrm>
            <a:off x="9022702" y="2827176"/>
            <a:ext cx="2761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PATRON USER PERSONALZADO POR NOSOTROS 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17838607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4F0CC0-5A13-6BD4-3123-DED15F9D3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43B8204-16D5-C5DE-EB37-2E6F764CA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4582" y="930749"/>
            <a:ext cx="4823353" cy="4226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280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358F3B-3B81-A12E-A8B5-2243ABAC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0946428-DC32-01F5-DE8C-0534B00F4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307" y="594917"/>
            <a:ext cx="11355385" cy="566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5451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F66EB3-CAAF-E6F1-6704-A3801D6A6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Modifcar</a:t>
            </a:r>
            <a:r>
              <a:rPr lang="es-MX" dirty="0"/>
              <a:t> factor de escala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F7B5F76-88AE-6B30-FE69-F227A509A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498" y="1690688"/>
            <a:ext cx="9987830" cy="480111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6DE3265A-32B8-3A39-74C5-F0107E31CE08}"/>
                  </a:ext>
                </a:extLst>
              </p14:cNvPr>
              <p14:cNvContentPartPr/>
              <p14:nvPr/>
            </p14:nvContentPartPr>
            <p14:xfrm>
              <a:off x="5067478" y="2399393"/>
              <a:ext cx="1768680" cy="28296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6DE3265A-32B8-3A39-74C5-F0107E31CE0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13478" y="2291393"/>
                <a:ext cx="1876320" cy="49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784DBDCB-3A44-1843-CE08-214C6D504A05}"/>
                  </a:ext>
                </a:extLst>
              </p14:cNvPr>
              <p14:cNvContentPartPr/>
              <p14:nvPr/>
            </p14:nvContentPartPr>
            <p14:xfrm>
              <a:off x="1436518" y="2055953"/>
              <a:ext cx="687600" cy="40104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784DBDCB-3A44-1843-CE08-214C6D504A0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382878" y="1948313"/>
                <a:ext cx="795240" cy="61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BD8E5E90-3943-2566-2139-404FE6B6170B}"/>
                  </a:ext>
                </a:extLst>
              </p14:cNvPr>
              <p14:cNvContentPartPr/>
              <p14:nvPr/>
            </p14:nvContentPartPr>
            <p14:xfrm>
              <a:off x="6466438" y="5298113"/>
              <a:ext cx="5893560" cy="93996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BD8E5E90-3943-2566-2139-404FE6B6170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412798" y="5190113"/>
                <a:ext cx="6001200" cy="1155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180783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017552-A5F4-1986-01A7-107BE721E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Color, fondo y transparencia </a:t>
            </a:r>
            <a:endParaRPr lang="es-GT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87F6A16A-5B11-2F94-7B4C-85B98CE1238E}"/>
                  </a:ext>
                </a:extLst>
              </p14:cNvPr>
              <p14:cNvContentPartPr/>
              <p14:nvPr/>
            </p14:nvContentPartPr>
            <p14:xfrm>
              <a:off x="4291678" y="3731753"/>
              <a:ext cx="360" cy="3960"/>
            </p14:xfrm>
          </p:contentPart>
        </mc:Choice>
        <mc:Fallback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87F6A16A-5B11-2F94-7B4C-85B98CE1238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38038" y="3624113"/>
                <a:ext cx="108000" cy="2196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Imagen 4">
            <a:extLst>
              <a:ext uri="{FF2B5EF4-FFF2-40B4-BE49-F238E27FC236}">
                <a16:creationId xmlns:a16="http://schemas.microsoft.com/office/drawing/2014/main" id="{8169CA31-9AA5-7C72-C9E6-57123D7CAF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7354" y="1809669"/>
            <a:ext cx="6916017" cy="4510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9005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039EE8-6D09-0DE4-BD0D-30CC3EFB7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Modificando el ángulo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1F11D52-EC1D-2B14-BD9C-66BBAD7461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03" y="1491667"/>
            <a:ext cx="4990348" cy="500120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78B85006-947A-FD69-E37B-C114F87A0CA6}"/>
                  </a:ext>
                </a:extLst>
              </p14:cNvPr>
              <p14:cNvContentPartPr/>
              <p14:nvPr/>
            </p14:nvContentPartPr>
            <p14:xfrm>
              <a:off x="72838" y="1774433"/>
              <a:ext cx="4358880" cy="36216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78B85006-947A-FD69-E37B-C114F87A0CA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98" y="1630433"/>
                <a:ext cx="4502520" cy="64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2B2BEBBF-6942-BFA2-8ABF-A6BBCCBE1D71}"/>
                  </a:ext>
                </a:extLst>
              </p14:cNvPr>
              <p14:cNvContentPartPr/>
              <p14:nvPr/>
            </p14:nvContentPartPr>
            <p14:xfrm>
              <a:off x="2789398" y="1996553"/>
              <a:ext cx="4225320" cy="430776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2B2BEBBF-6942-BFA2-8ABF-A6BBCCBE1D7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17758" y="1852553"/>
                <a:ext cx="4368960" cy="4595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330180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05C869-EFBC-4B6B-E424-6C94167DB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Propiedad de gradientes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1ED8A24-D54E-77E4-D59C-38F680AC8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657" y="2055840"/>
            <a:ext cx="5868219" cy="423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2316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5FD0AF-698A-C227-AF0A-4849CE0AC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8F044A7-D276-2942-5894-A210384B9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8427" y="1690688"/>
            <a:ext cx="6519014" cy="4701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5936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9ED982-9D41-CA06-6D36-B1BB6C3E8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Ultimo efecto definido por el usuario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C613CB1-1AF0-61E9-3113-58B8B2376E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630" y="1690688"/>
            <a:ext cx="4853370" cy="3254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4482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C1112-8B66-344D-FA57-7448C97B6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B5F5E37-C098-D5C1-26D4-A5CE9EF73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5" y="1690688"/>
            <a:ext cx="9293291" cy="436623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7E3A1850-1CBD-AC6B-4B4B-DD1E68BC0686}"/>
                  </a:ext>
                </a:extLst>
              </p14:cNvPr>
              <p14:cNvContentPartPr/>
              <p14:nvPr/>
            </p14:nvContentPartPr>
            <p14:xfrm>
              <a:off x="3847438" y="1915193"/>
              <a:ext cx="2857680" cy="28836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7E3A1850-1CBD-AC6B-4B4B-DD1E68BC068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93798" y="1807193"/>
                <a:ext cx="2965320" cy="50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E66721FE-9685-E923-2EB0-F1403FE4E1FE}"/>
                  </a:ext>
                </a:extLst>
              </p14:cNvPr>
              <p14:cNvContentPartPr/>
              <p14:nvPr/>
            </p14:nvContentPartPr>
            <p14:xfrm>
              <a:off x="7393798" y="3940913"/>
              <a:ext cx="6468480" cy="323496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E66721FE-9685-E923-2EB0-F1403FE4E1F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340158" y="3832913"/>
                <a:ext cx="6576120" cy="345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DFE10ADE-6987-93AC-D404-6217844D7F72}"/>
                  </a:ext>
                </a:extLst>
              </p14:cNvPr>
              <p14:cNvContentPartPr/>
              <p14:nvPr/>
            </p14:nvContentPartPr>
            <p14:xfrm>
              <a:off x="1991880" y="1954014"/>
              <a:ext cx="686520" cy="113904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DFE10ADE-6987-93AC-D404-6217844D7F7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938240" y="1846014"/>
                <a:ext cx="794160" cy="1354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144452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1941E-1596-45D7-8A0A-8F50773E4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Esta es la opción de </a:t>
            </a:r>
            <a:r>
              <a:rPr lang="es-MX" dirty="0" err="1"/>
              <a:t>double</a:t>
            </a:r>
            <a:r>
              <a:rPr lang="es-MX" dirty="0"/>
              <a:t> para hacerlo doble sentido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15026AC-B8C5-3B50-A1E5-C16DE9E97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199" y="1843657"/>
            <a:ext cx="9165601" cy="4818401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9E361276-C673-7BED-E7D0-7D247AA2F579}"/>
                  </a:ext>
                </a:extLst>
              </p14:cNvPr>
              <p14:cNvContentPartPr/>
              <p14:nvPr/>
            </p14:nvContentPartPr>
            <p14:xfrm>
              <a:off x="-940922" y="3536993"/>
              <a:ext cx="4906440" cy="31680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9E361276-C673-7BED-E7D0-7D247AA2F5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012922" y="3392993"/>
                <a:ext cx="5050080" cy="60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7170C4DA-946B-A993-3276-4A66441ACDE1}"/>
                  </a:ext>
                </a:extLst>
              </p14:cNvPr>
              <p14:cNvContentPartPr/>
              <p14:nvPr/>
            </p14:nvContentPartPr>
            <p14:xfrm>
              <a:off x="3993238" y="1343153"/>
              <a:ext cx="360" cy="36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7170C4DA-946B-A993-3276-4A66441ACDE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921598" y="1199153"/>
                <a:ext cx="144000" cy="28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996847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235F7E-89DD-9364-DD78-4EC49F97A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A91982D-84D7-6248-5D96-53524212A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540" y="1138334"/>
            <a:ext cx="6841628" cy="468396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33EC4CC9-DEA6-784D-5587-A9380DC6D219}"/>
                  </a:ext>
                </a:extLst>
              </p14:cNvPr>
              <p14:cNvContentPartPr/>
              <p14:nvPr/>
            </p14:nvContentPartPr>
            <p14:xfrm>
              <a:off x="-24722" y="2294633"/>
              <a:ext cx="4023000" cy="19656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33EC4CC9-DEA6-784D-5587-A9380DC6D21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78722" y="2186993"/>
                <a:ext cx="4130640" cy="4122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EE22ECDC-F06C-4256-4B51-9BAD4CD0652F}"/>
              </a:ext>
            </a:extLst>
          </p:cNvPr>
          <p:cNvSpPr txBox="1"/>
          <p:nvPr/>
        </p:nvSpPr>
        <p:spPr>
          <a:xfrm>
            <a:off x="8070980" y="2659224"/>
            <a:ext cx="30511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Tiene su </a:t>
            </a:r>
            <a:r>
              <a:rPr lang="es-MX" sz="2400" dirty="0" err="1"/>
              <a:t>propiedade</a:t>
            </a:r>
            <a:r>
              <a:rPr lang="es-MX" sz="2400" dirty="0"/>
              <a:t> capa, CAPA DE HATCH,  ESO SI CONSUME MUCHA RAM</a:t>
            </a:r>
            <a:endParaRPr lang="es-GT" sz="2400" dirty="0"/>
          </a:p>
        </p:txBody>
      </p:sp>
    </p:spTree>
    <p:extLst>
      <p:ext uri="{BB962C8B-B14F-4D97-AF65-F5344CB8AC3E}">
        <p14:creationId xmlns:p14="http://schemas.microsoft.com/office/powerpoint/2010/main" val="23523972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3A444C-E776-A8BF-410B-4EE8C1CFD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CREAR Hatch separados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182C176-706D-3F37-6002-B15D59B13E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731" y="2631793"/>
            <a:ext cx="7792537" cy="448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873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1AF244-C681-A7AB-7457-55A3772A9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Aca se nota que estan juntos, y enlazados, si cambio uno cambian </a:t>
            </a:r>
            <a:r>
              <a:rPr lang="es-MX" dirty="0" err="1"/>
              <a:t>todoos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66535A6-6EFE-C6E1-CAA4-AD85F5A3A5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6258" y="1741614"/>
            <a:ext cx="6993262" cy="4751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1068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16116E-6AFB-08F1-DFF2-A2BD9279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este es para separarlos, no hay opción para volverlos a unir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B0D3F57-4AD3-2F95-98AC-07A21DBBC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82" y="1983741"/>
            <a:ext cx="5325218" cy="399153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7FB27B7-B71D-1731-818E-000D017FF3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655" y="1912776"/>
            <a:ext cx="4825484" cy="4419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2160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665EC4-C3E5-9453-0CC5-FC52268ED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5BF323A-71B7-D4A6-1925-0AB32F0B9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25752"/>
            <a:ext cx="6258798" cy="5134692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F139343F-DEE3-12E8-6252-D0AC0E455C99}"/>
              </a:ext>
            </a:extLst>
          </p:cNvPr>
          <p:cNvSpPr txBox="1"/>
          <p:nvPr/>
        </p:nvSpPr>
        <p:spPr>
          <a:xfrm>
            <a:off x="7641771" y="2090057"/>
            <a:ext cx="19500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/>
              <a:t>Deteccino</a:t>
            </a:r>
            <a:r>
              <a:rPr lang="es-MX" dirty="0"/>
              <a:t> de islas, las áreas las llaman islas </a:t>
            </a:r>
            <a:endParaRPr lang="es-GT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102DABF0-EAE3-FF91-BEBA-9B704A329104}"/>
                  </a:ext>
                </a:extLst>
              </p14:cNvPr>
              <p14:cNvContentPartPr/>
              <p14:nvPr/>
            </p14:nvContentPartPr>
            <p14:xfrm>
              <a:off x="3016558" y="424793"/>
              <a:ext cx="7843320" cy="423972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102DABF0-EAE3-FF91-BEBA-9B704A32910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44918" y="281153"/>
                <a:ext cx="7986960" cy="4527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804505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A9A76-3CAD-2691-AF6F-D87403998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CON POINT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D92230B-FF68-08FA-A5BB-AEF21C905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435" y="2518592"/>
            <a:ext cx="6899827" cy="4227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9144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D60399-B376-DBFA-E75A-55339D474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566723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43F6AF-857E-46FA-07E7-4B0A1DDF8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7086545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E95889-F16C-32A0-3ED5-3743146E6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0281628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70E31A-5B05-49C6-3DE5-7CF7CA5BB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84488905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603</TotalTime>
  <Words>237</Words>
  <Application>Microsoft Office PowerPoint</Application>
  <PresentationFormat>Panorámica</PresentationFormat>
  <Paragraphs>31</Paragraphs>
  <Slides>42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42</vt:i4>
      </vt:variant>
    </vt:vector>
  </HeadingPairs>
  <TitlesOfParts>
    <vt:vector size="46" baseType="lpstr">
      <vt:lpstr>Arial</vt:lpstr>
      <vt:lpstr>Calibri</vt:lpstr>
      <vt:lpstr>Calibri Light</vt:lpstr>
      <vt:lpstr>Tema de Office</vt:lpstr>
      <vt:lpstr>INICIAMOS HACIENDO OTRO ML DRENAJE </vt:lpstr>
      <vt:lpstr>Importante la escala ML LUEGO VER SCALE  0.30</vt:lpstr>
      <vt:lpstr>AHORA USAR MLEDIT</vt:lpstr>
      <vt:lpstr>Presentación de PowerPoint</vt:lpstr>
      <vt:lpstr>Open cross</vt:lpstr>
      <vt:lpstr>Presentación de PowerPoint</vt:lpstr>
      <vt:lpstr>Presentación de PowerPoint</vt:lpstr>
      <vt:lpstr>VERTEX, SOLO EXTENDEMOS LAS LINEAS</vt:lpstr>
      <vt:lpstr>BORRAR VERTICE, CUALQUIER ESQUINA QUE SELECCIONEMOSO SE QUITA  </vt:lpstr>
      <vt:lpstr>CORTE INDIVIDAL SOBRE MULTIIINEA </vt:lpstr>
      <vt:lpstr>Se corta  la fracción completa </vt:lpstr>
      <vt:lpstr>Luego se une </vt:lpstr>
      <vt:lpstr>Tomar en cuenta que la ventaja es que están todos unidos al seleccionar, ES DECIR QUE SE SELECCIONAN TODOS SIN SENTIR QUE ESTAN CORTADOS </vt:lpstr>
      <vt:lpstr>Para pasar las líneas atrás y poder quitar una parte de la multilínea </vt:lpstr>
      <vt:lpstr>Para los endpoints o las líneas guias para colocar o para cortar mejor, primero el ML, luego los endpoints SHFT Y CLICK DERECHO</vt:lpstr>
      <vt:lpstr>ASI QUEDARIA </vt:lpstr>
      <vt:lpstr>SE HACE 2 VECES EL ENDOINT PARA EL OTRO LADO DE ABAJO </vt:lpstr>
      <vt:lpstr>Presentación de PowerPoint</vt:lpstr>
      <vt:lpstr>Tema HATCH  COMANDO ES H  H- HACH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Modifcar factor de escala </vt:lpstr>
      <vt:lpstr>Color, fondo y transparencia </vt:lpstr>
      <vt:lpstr>Modificando el ángulo </vt:lpstr>
      <vt:lpstr>Propiedad de gradientes </vt:lpstr>
      <vt:lpstr>Presentación de PowerPoint</vt:lpstr>
      <vt:lpstr>Ultimo efecto definido por el usuario </vt:lpstr>
      <vt:lpstr>Presentación de PowerPoint</vt:lpstr>
      <vt:lpstr>Esta es la opción de double para hacerlo doble sentido </vt:lpstr>
      <vt:lpstr>Presentación de PowerPoint</vt:lpstr>
      <vt:lpstr>CREAR Hatch separados </vt:lpstr>
      <vt:lpstr>Aca se nota que estan juntos, y enlazados, si cambio uno cambian todoos</vt:lpstr>
      <vt:lpstr>Ahora este es para separarlos, no hay opción para volverlos a unir </vt:lpstr>
      <vt:lpstr>Presentación de PowerPoint</vt:lpstr>
      <vt:lpstr>CON 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Carreto</dc:creator>
  <cp:lastModifiedBy>Ivan Rivera</cp:lastModifiedBy>
  <cp:revision>7</cp:revision>
  <dcterms:created xsi:type="dcterms:W3CDTF">2026-04-03T00:52:44Z</dcterms:created>
  <dcterms:modified xsi:type="dcterms:W3CDTF">2026-04-07T05:34:17Z</dcterms:modified>
</cp:coreProperties>
</file>