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4T23:18:24.12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1193 1362,'3'0,"-1"1,0-1,0 1,0 0,1-1,-1 1,0 0,0 1,0-1,0 0,-1 0,1 1,0-1,0 1,-1 0,1-1,-1 1,0 0,1 0,-1 0,1 2,24 51,-20-39,10 24,-6-13,1-1,1 1,21 30,-30-52,0 0,0 0,1-1,0 1,-1-1,2 0,-1 0,0-1,1 1,-1-1,1 0,0 0,0 0,1-1,-1 0,0 0,1 0,-1-1,1 0,-1 0,1 0,9 0,-12-2,0 1,0-1,0 1,1-1,-1 0,0 0,0 0,-1-1,1 1,0-1,0 0,-1 1,1-1,-1 0,1-1,-1 1,0 0,0-1,0 1,0-1,0 0,-1 1,1-1,-1 0,0 0,2-4,1-8,0 0,-1 0,-1 0,1-20,1-25,-3 0,-2 0,-3 0,-3 0,-2 1,-3 0,-2 1,-3 0,-2 1,-30-59,43 105,0-1,0 1,-2 0,1 0,-1 1,-10-10,16 18,0 1,0-1,0 0,0 1,0 0,-1-1,1 1,0 0,0 0,-1 0,1 1,-1-1,1 0,-1 1,1 0,-1-1,1 1,-1 0,1 0,-1 1,1-1,-1 0,1 1,-1 0,1-1,-1 1,1 0,0 0,-1 1,1-1,0 0,0 1,0-1,0 1,0 0,0-1,-2 5,-18 18,1 2,-22 36,-11 14,14-26,-15 19,-47 78,88-124,1 1,1 0,1 1,2 0,0 1,1 0,-6 47,13-63,0-1,1 1,1 0,0 0,0-1,1 1,0-1,0 1,1-1,1 0,-1 0,1 0,1 0,7 10,-9-15,-1-1,1 1,0-1,0 0,0 0,1 0,-1 0,1 0,-1-1,1 0,0 0,0 0,0 0,0-1,0 1,1-1,-1 0,0 0,1-1,-1 1,0-1,1 0,-1 0,1 0,-1-1,0 1,1-1,-1 0,0-1,0 1,0-1,8-4,-4 2,0-1,-1 0,0 0,0-1,0 0,-1 0,1-1,-2 0,1 0,5-9,1-4,0-1,16-45,-6 2,-2-1,-3-1,-3 0,-3-1,-3-1,-3 1,-6-114,-4 128,-1 1,-3 0,-2 1,-24-66,21 81,-1 0,-2 1,-1 1,-2 0,-1 1,-35-40,40 55,0 0,-2 1,0 0,-1 2,0 0,-1 1,-1 1,-38-17,48 25,-1 1,0 0,0 1,0 0,0 1,-1 1,1 0,0 0,-1 1,1 1,0 0,-1 1,1 0,0 1,0 0,0 1,1 0,-23 12,10-2,1 1,1 2,0 0,2 2,0 0,1 1,0 1,2 0,-25 41,4 6,2 1,-33 90,-51 191,99-270,3 1,-9 117,25-182,1 0,1-1,0 1,2 0,-1 0,2-1,0 0,1 1,10 25,-12-37,0 0,1 0,-1 0,1 0,0 0,0-1,0 0,1 1,-1-1,1 0,0-1,-1 1,1-1,8 4,-6-4,0-1,0 1,0-1,0-1,1 1,-1-1,0 0,0 0,0-1,1 0,-1 0,0 0,9-4,6-2,0-2,-1 0,0-2,0 0,-1-1,20-17,7-9,51-54,-19 7,-4-4,-4-3,-3-3,-5-2,-5-4,-3-2,-6-1,48-150,-92 243,34-129,-35 126,-1 0,-1 0,0 0,0 0,-2-1,1 1,-6-25,-2 25,0 18,-8 32,-28 116,7 2,-25 234,58-358,-20 249,24-245,1-1,1 1,2-1,2 0,1 0,13 39,-18-63,1-1,1 0,-1 0,1 0,1 0,-1 0,1-1,1 0,-1 0,1 0,1 0,-1-1,1-1,0 1,0-1,1 0,-1 0,1-1,0 0,0-1,1 1,-1-2,1 1,0-1,-1 0,1-1,0 0,0-1,0 1,0-2,0 1,0-1,0-1,-1 0,1 0,16-7,0-1,-1-1,0-1,-1-1,0-1,-1-1,0-1,-2-1,0-1,-1-1,33-41,-28 28,-1-1,-2 0,-1-2,-2 0,-1-1,20-65,-32 84,0 0,-2 0,0-1,0 1,-2-1,0 0,-4-33,3 50,1 0,-1 0,0 0,0-1,0 1,-1 0,1 0,0 0,0-1,-1 1,1 0,-1 0,1 0,-1 0,1 0,-1 0,0 0,1 0,-1 0,0 0,0 0,0 0,0 0,0 1,0-1,0 0,0 1,-2-2,1 3,0 1,0-1,0 0,0 1,0-1,0 1,0 0,0-1,1 1,-1 0,1 0,-1 0,1 0,0 1,0-1,-1 2,-21 44,3-1,1 2,-13 57,19-64,-5 19,-93 334,94-319,4 1,2 0,0 98,11-151,1 1,1 0,1 0,9 36,-11-57,0 1,0-1,1 0,-1 1,1-1,0 0,0 0,0 0,1-1,0 1,-1 0,1-1,1 0,-1 1,0-1,1-1,-1 1,1 0,0-1,0 0,0 0,0 0,0 0,1-1,-1 1,0-1,1 0,-1-1,1 1,-1-1,6 0,2-1,-1-1,0 0,0-1,0-1,0 1,-1-2,1 1,-1-1,12-8,7-7,53-45,-32 17,-1-2,-3-2,-2-2,-3-2,38-67,-34 43,-4-2,-3-1,35-115,-60 152,-26 87,-13 44,-64 240,88-311,-12 70,13-80,1 1,-1 0,2-1,-1 1,0-1,1 1,0-1,0 1,0-1,0 1,1-1,-1 0,5 7,-6-10,1-1,0 1,-1 0,1-1,-1 1,1-1,0 1,-1-1,1 0,0 1,0-1,0 0,-1 1,1-1,0 0,0 0,0 1,-1-1,1 0,0 0,0 0,0 0,0 0,-1-1,1 1,0 0,0 0,0 0,-1-1,1 1,0 0,0-1,-1 1,1-1,0 1,-1-1,1 1,0-1,-1 1,1-1,0 0,6-7,0 1,-1 0,1-1,-2-1,1 1,-1-1,6-13,28-76,-14 19,-3 0,-4-1,-4-1,6-104,-19 174,0 0,-1 1,-1-1,0 0,0 0,-1 1,-6-20,7 27,-1-1,0 1,0-1,0 1,-1 0,1 0,-1 0,1 0,-1 1,0-1,0 1,0-1,0 1,-1 0,1 0,0 1,-1-1,0 1,1 0,-1 0,0 0,0 0,1 0,-6 1,-2-1,0 2,0-1,0 2,0-1,0 2,0-1,1 1,-1 1,1 0,0 0,0 1,0 1,0-1,-13 12,-15 13,-68 69,85-78,-12 9,2 2,2 1,0 1,3 2,-29 49,51-74,11-15,15-24,1-17,-3 0,-1-1,-3-1,-2-1,-2 0,-1-1,4-68,-14 109,0-1,-1 0,0 1,-1-1,0 0,-3-12,4 20,0 0,-1 0,1 0,-1 0,1 0,-1 0,1 0,-1 0,1 0,-1 0,0 0,0 1,1-1,-1 0,0 1,0-1,0 0,0 1,0-1,0 1,0-1,0 1,-1-1,0 1,-1 1,1-1,-1 0,1 1,0-1,0 1,-1-1,1 1,0 0,0 0,0 0,0 1,0-1,0 0,-3 3,-19 18,1 1,1 1,1 2,1 0,-29 51,-70 132,106-181,1 1,0 0,3 1,0 0,-6 48,14-72,0-1,1 1,0-1,0 1,0-1,1 1,0-1,0 1,0-1,1 0,-1 1,5 6,-5-10,1 0,-1 0,1-1,0 1,-1 0,1-1,0 0,0 1,0-1,1 0,-1 0,0 0,0 0,0 0,1-1,-1 1,1-1,-1 0,0 1,1-1,-1 0,1 0,-1 0,0-1,1 1,-1-1,0 1,1-1,-1 0,4-2,7-2,0-1,0 0,0-1,-1 0,0-1,0-1,-1 0,15-15,4-7,46-61,-28 24,-3-3,59-120,-78 133,-2-2,-2-1,-4 0,12-65,-28 112,1 0,-2 0,0 0,-1 0,0 0,-1 0,-1 0,-4-20,4 30,1 1,0-1,-1 0,0 0,0 1,0-1,0 1,-1 0,1 0,-1-1,0 2,1-1,-2 0,1 0,0 1,0 0,-1 0,1 0,-1 0,0 0,0 1,1-1,-1 1,0 0,0 1,0-1,0 0,0 1,0 0,-1 0,-4 1,0 0,1 1,0 0,0 1,0-1,0 1,0 1,1 0,-1 0,1 0,0 1,1 0,-1 0,1 0,-11 13,-2 3,2 0,1 2,-17 28,-1 10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E26D80-D813-ED26-CB6F-9A2BAD3F44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3E6E996-78AC-BEA0-3534-28FA0566A3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F44902-DB82-7A13-DC7A-061CAE971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EBC78-AE2F-468A-B05D-B866256B5158}" type="datetimeFigureOut">
              <a:rPr lang="es-GT" smtClean="0"/>
              <a:t>14/04/2026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473342-A274-C18C-E1D5-FB944EC62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2F6F7F-5935-BFBC-F7BD-31C9E946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8E478-845D-4019-BB30-1C3C28585B1A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017976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319BE7-BA56-F9EA-8A86-2B59F371F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184EC6-4772-66D2-1DCB-60EE9D1999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38BC4E-DCB2-D6E6-E824-69C867AFF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EBC78-AE2F-468A-B05D-B866256B5158}" type="datetimeFigureOut">
              <a:rPr lang="es-GT" smtClean="0"/>
              <a:t>14/04/2026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F511E9-406D-91A4-BA7D-D5FE0B133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A4FB0F-6773-AE70-7873-6B709513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8E478-845D-4019-BB30-1C3C28585B1A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635339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5B9020-76F2-ACCA-0E52-48FDE2512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2CFEF6F-CAA0-84DD-8B07-AA7C06CBB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767831-52A2-D3A5-0724-4C596BE10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EBC78-AE2F-468A-B05D-B866256B5158}" type="datetimeFigureOut">
              <a:rPr lang="es-GT" smtClean="0"/>
              <a:t>14/04/2026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011822-668F-3CE5-445A-EC3E833E3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EB2D75-F3E6-B6FD-F2A8-B5B11F17F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8E478-845D-4019-BB30-1C3C28585B1A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636370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6987AB-D9AC-F95D-7B5C-EC772354E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CA1844-8488-CE14-8759-7FD3F14735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D2E5594-D1B7-EE99-562B-C1B40C36B1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39D75E-337D-82D7-9C64-CD3EB0CCD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EBC78-AE2F-468A-B05D-B866256B5158}" type="datetimeFigureOut">
              <a:rPr lang="es-GT" smtClean="0"/>
              <a:t>14/04/2026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0A82B8B-4BA0-AB0C-B6AC-BD7E14E42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18E8085-7BF6-BBC5-E8B2-253BD5A19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8E478-845D-4019-BB30-1C3C28585B1A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930131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AB8FA7-B292-D2C3-BD81-083C4EA8A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6D56DD2-41F4-B2BB-9693-676001FCA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3A0F7FF-986B-41FA-147B-0759A5F42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B1E2B83-36EF-6F96-6B1E-FBE6E38105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9D176A9-6163-9229-D289-197DCE32E0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7E28CC7-6CFF-3D1F-02A8-AA19627E7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EBC78-AE2F-468A-B05D-B866256B5158}" type="datetimeFigureOut">
              <a:rPr lang="es-GT" smtClean="0"/>
              <a:t>14/04/2026</a:t>
            </a:fld>
            <a:endParaRPr lang="es-GT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E02A2C6-810A-D896-7287-11111B85F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BD21EE3-B1B3-DB5D-05C2-A73E9133B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8E478-845D-4019-BB30-1C3C28585B1A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45197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2E6371-4FC8-5A54-4B7C-8D27D4BE8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BEFB6B2-C7DB-98D5-52F7-6E47DCC8F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EBC78-AE2F-468A-B05D-B866256B5158}" type="datetimeFigureOut">
              <a:rPr lang="es-GT" smtClean="0"/>
              <a:t>14/04/2026</a:t>
            </a:fld>
            <a:endParaRPr lang="es-GT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31F068D-F6CE-0A08-65B8-2EACAD034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317EDE0-D9D1-F016-14B6-62D5493E0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8E478-845D-4019-BB30-1C3C28585B1A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365058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6F24F4C-C2C1-58AC-3E0F-812E6C2CD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EBC78-AE2F-468A-B05D-B866256B5158}" type="datetimeFigureOut">
              <a:rPr lang="es-GT" smtClean="0"/>
              <a:t>14/04/2026</a:t>
            </a:fld>
            <a:endParaRPr lang="es-GT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556040E-6B66-DF07-F06C-FBF2418E8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CCC362E-ECB2-32D7-A8E9-171AE9A31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8E478-845D-4019-BB30-1C3C28585B1A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932062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7864E6-05B1-9C78-8F56-AEB1F854C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63FBCB-A2A8-B545-AEF3-810770B13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485B438-37AD-0883-1E01-76224DFB4D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D0F8E36-A7CE-336B-88A0-A93880C3C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EBC78-AE2F-468A-B05D-B866256B5158}" type="datetimeFigureOut">
              <a:rPr lang="es-GT" smtClean="0"/>
              <a:t>14/04/2026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0BA0A99-75F9-D3EE-CADA-89C8DF76B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0D305E0-9C98-07B9-199C-26A0866D2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8E478-845D-4019-BB30-1C3C28585B1A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645721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B0B42-CD2A-D731-C2DA-19C53E2D4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7AB1656-E9D5-FB4D-E26C-036A49C6EE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E538FC4-8010-8667-01A7-ABB73069BC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5C3CA13-2BAC-A1E4-37C5-B6F0F18F2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EBC78-AE2F-468A-B05D-B866256B5158}" type="datetimeFigureOut">
              <a:rPr lang="es-GT" smtClean="0"/>
              <a:t>14/04/2026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1E43E70-F488-2785-BA37-BA2482D00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0CBFE6F-EC55-DA84-BA31-112D1FB1A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8E478-845D-4019-BB30-1C3C28585B1A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870535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57207-9800-FAF0-8CD6-3F60C6107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486A10D-77E7-33E4-A09E-461B83911E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5525CA-BC0B-1FBD-419F-8582C4EFB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EBC78-AE2F-468A-B05D-B866256B5158}" type="datetimeFigureOut">
              <a:rPr lang="es-GT" smtClean="0"/>
              <a:t>14/04/2026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10D9072-6BD9-87ED-B879-500C5BEA3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647077-1F82-4689-C9D3-194358D4F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8E478-845D-4019-BB30-1C3C28585B1A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058377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E3DEA1F-632F-8F41-C937-6F73583EEC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922673-BBD6-4104-93EB-2E56AB2705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D9F5B6-54A3-C749-FB74-99E488B5C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EBC78-AE2F-468A-B05D-B866256B5158}" type="datetimeFigureOut">
              <a:rPr lang="es-GT" smtClean="0"/>
              <a:t>14/04/2026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88A9DF-A399-22E8-58B5-298951AB1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2BDD7F-2FA8-6B2D-508E-35577D9C0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8E478-845D-4019-BB30-1C3C28585B1A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897047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5096E89-7B90-4BA4-5D09-AC58CA49F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68576B1-B9E8-8DFB-2884-A326C0E6D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A88BCC-92AE-4755-5482-FE2B1B6E8C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BEBC78-AE2F-468A-B05D-B866256B5158}" type="datetimeFigureOut">
              <a:rPr lang="es-GT" smtClean="0"/>
              <a:t>14/04/2026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D4C635B-39CD-C472-8BB1-E76B50BE35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364424-7E57-46E0-CF31-8956272A42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78E478-845D-4019-BB30-1C3C28585B1A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760636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G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30D5B675-9A3B-7544-0250-BC07B6F4E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86FAE52-F6FD-6ABA-5FDC-4EFC0C906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072" y="1818268"/>
            <a:ext cx="7878274" cy="392484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C9B0D3A8-B977-CC99-E67D-C8914CC8E583}"/>
                  </a:ext>
                </a:extLst>
              </p14:cNvPr>
              <p14:cNvContentPartPr/>
              <p14:nvPr/>
            </p14:nvContentPartPr>
            <p14:xfrm>
              <a:off x="5858474" y="2295028"/>
              <a:ext cx="838800" cy="780840"/>
            </p14:xfrm>
          </p:contentPart>
        </mc:Choice>
        <mc:Fallback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C9B0D3A8-B977-CC99-E67D-C8914CC8E58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04834" y="2187388"/>
                <a:ext cx="946440" cy="99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895629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Carreto</dc:creator>
  <cp:lastModifiedBy>Ivan Carreto</cp:lastModifiedBy>
  <cp:revision>2</cp:revision>
  <dcterms:created xsi:type="dcterms:W3CDTF">2026-04-14T23:17:06Z</dcterms:created>
  <dcterms:modified xsi:type="dcterms:W3CDTF">2026-04-14T23:20:03Z</dcterms:modified>
</cp:coreProperties>
</file>