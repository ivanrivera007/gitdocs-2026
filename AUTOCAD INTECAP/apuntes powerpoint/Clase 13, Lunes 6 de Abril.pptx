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C8C3A-3817-CE21-150E-3087F151D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409B1A-2A19-812B-1303-A2A6A874F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D2576D-76F1-05F7-2DFF-D967AA474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D6FA-A495-465B-AA10-4F24D7F1D6E7}" type="datetimeFigureOut">
              <a:rPr lang="es-GT" smtClean="0"/>
              <a:t>6/04/2026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883817-DA64-140F-777D-CF868F10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348D41-2EC4-6D4D-5492-3AF639FC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3116-4568-4AF5-94A2-015F0EC3448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11024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CF022-EC96-85F1-2D04-907975ECA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263265-7E9D-EB3C-4BAF-079A60918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B86A43-B881-8B71-077E-D555F303A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D6FA-A495-465B-AA10-4F24D7F1D6E7}" type="datetimeFigureOut">
              <a:rPr lang="es-GT" smtClean="0"/>
              <a:t>6/04/2026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1EF3CB-D55E-17EE-65A6-58DB9373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69A1FB-C52F-F6A4-F260-51854B70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3116-4568-4AF5-94A2-015F0EC3448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0016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D1DCA-A39C-B670-7D7D-43321B9CA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CFA77F-C0C0-B282-0BAB-B06A8D309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72BADF-5797-9F1B-FE06-1F370963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D6FA-A495-465B-AA10-4F24D7F1D6E7}" type="datetimeFigureOut">
              <a:rPr lang="es-GT" smtClean="0"/>
              <a:t>6/04/2026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D4D96E-8A77-AB67-DC3D-4B22AE5D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8C9FCD-69C1-3616-E35C-9F6AE63D9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3116-4568-4AF5-94A2-015F0EC3448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027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52F77-BD6A-0AA7-529C-2261DC1B8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3F5C4C-9551-2704-66F1-DB48E3E3D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68939D-3EA8-5B8F-FC69-59EA5BB38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160A72-D188-F4AC-7AD0-60B1A636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D6FA-A495-465B-AA10-4F24D7F1D6E7}" type="datetimeFigureOut">
              <a:rPr lang="es-GT" smtClean="0"/>
              <a:t>6/04/2026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FE1241-AD0E-F004-9E9F-14A23DFEB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7C514A-3A49-C05D-A801-C9145620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3116-4568-4AF5-94A2-015F0EC3448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7714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07BE12-4301-2A32-598E-95DA912C0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9A3290-9293-1023-EE03-FC9EAE225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EACC63-6360-91E5-C71C-80FD4D33C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BF8077-2E8F-6E3D-1319-CA05E6BCA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DB9BE9D-EE43-2C9C-107B-354BFF1918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D435791-B91C-F617-D9BB-3CA7C3AE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D6FA-A495-465B-AA10-4F24D7F1D6E7}" type="datetimeFigureOut">
              <a:rPr lang="es-GT" smtClean="0"/>
              <a:t>6/04/2026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1DE5B6-3959-3E14-41AA-696E2E9E0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B69463-A359-8538-0F3A-FCD22EEBD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3116-4568-4AF5-94A2-015F0EC3448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1862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48520-E731-936B-11F8-E91636C2E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3235394-A279-8C43-7EC4-16B84073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D6FA-A495-465B-AA10-4F24D7F1D6E7}" type="datetimeFigureOut">
              <a:rPr lang="es-GT" smtClean="0"/>
              <a:t>6/04/2026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3684D5-50E9-F9C9-8B5F-5956666A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DC291B0-0235-D51C-7016-D61A2097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3116-4568-4AF5-94A2-015F0EC3448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4882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8D1D264-DFCC-A4FD-52A7-9A7E38891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D6FA-A495-465B-AA10-4F24D7F1D6E7}" type="datetimeFigureOut">
              <a:rPr lang="es-GT" smtClean="0"/>
              <a:t>6/04/2026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F7A865-F1A7-3A49-9E1E-EBE95914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71D26C-1712-59BB-C1EB-0B8FAF1B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3116-4568-4AF5-94A2-015F0EC3448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35055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A5E0D-3F23-20F2-E57D-1F59D6565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15273F-EC00-8EFE-C356-2ADD1C485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DEB99C-B5EB-8F4A-068B-C8944FAE9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AD6E22-B20F-84A7-3551-05F2BE02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D6FA-A495-465B-AA10-4F24D7F1D6E7}" type="datetimeFigureOut">
              <a:rPr lang="es-GT" smtClean="0"/>
              <a:t>6/04/2026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11F9FA-76F5-98AB-E2FC-5C7083BB7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3CE5BA-77A2-0268-CE42-72CDFBCC9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3116-4568-4AF5-94A2-015F0EC3448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63656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2151E-20BC-0151-6488-5DA6A56D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B28E5CC-3DE8-4367-2D8F-CA8E2A356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271367-C298-9A63-4E75-5753FE7FC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1AB998-D602-FAC3-6DA2-8658144F2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D6FA-A495-465B-AA10-4F24D7F1D6E7}" type="datetimeFigureOut">
              <a:rPr lang="es-GT" smtClean="0"/>
              <a:t>6/04/2026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728054-2C91-FE69-13E8-C0730F24C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A687A3-1FE3-2A69-5078-D793D3BE5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3116-4568-4AF5-94A2-015F0EC3448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58235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A931E-9E7D-A7FA-9448-D62C6165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EF08F3-3C15-C848-701A-F50113476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A45E2B-4D80-FE93-8122-F46C04DD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D6FA-A495-465B-AA10-4F24D7F1D6E7}" type="datetimeFigureOut">
              <a:rPr lang="es-GT" smtClean="0"/>
              <a:t>6/04/2026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D6F87B-093D-9FB5-EB18-1DA178C05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ABC32B-1541-CBC1-46DA-34D038A1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3116-4568-4AF5-94A2-015F0EC3448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0683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646F8D-1171-7B8D-0D05-122B81043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1DDCA7-8C15-A5BC-3EB7-B61467789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5C145F-94AA-46F6-DFC4-981AC9AF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D6FA-A495-465B-AA10-4F24D7F1D6E7}" type="datetimeFigureOut">
              <a:rPr lang="es-GT" smtClean="0"/>
              <a:t>6/04/2026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21B5EC-3C7B-17CC-B2B4-ACAB4C99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FC49EA-A7EB-CE9E-98B0-000D8CA3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3116-4568-4AF5-94A2-015F0EC3448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0556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7CDE52-8A7C-0154-6900-6E2234D7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FB164-5607-8CCA-436D-58E5DB429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E9C7CB-12FE-61D0-D3C8-B075E1675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AD6FA-A495-465B-AA10-4F24D7F1D6E7}" type="datetimeFigureOut">
              <a:rPr lang="es-GT" smtClean="0"/>
              <a:t>6/04/2026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C1030B-E289-B89E-2D56-963C60A94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DE546-5D82-FDEA-57EE-638EEE2FB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53116-4568-4AF5-94A2-015F0EC3448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9011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FC87A-4118-BA5F-288C-39EAB7A45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8338"/>
            <a:ext cx="10515600" cy="1325563"/>
          </a:xfrm>
        </p:spPr>
        <p:txBody>
          <a:bodyPr/>
          <a:lstStyle/>
          <a:p>
            <a:r>
              <a:rPr lang="es-GT" dirty="0" err="1"/>
              <a:t>Seccion</a:t>
            </a:r>
            <a:r>
              <a:rPr lang="es-GT" dirty="0"/>
              <a:t> </a:t>
            </a:r>
            <a:r>
              <a:rPr lang="es-GT" dirty="0" err="1"/>
              <a:t>transcersal</a:t>
            </a:r>
            <a:r>
              <a:rPr lang="es-GT" dirty="0"/>
              <a:t> horizontal</a:t>
            </a:r>
            <a:br>
              <a:rPr lang="es-GT" dirty="0"/>
            </a:br>
            <a:r>
              <a:rPr lang="es-GT" dirty="0"/>
              <a:t>sección longitudinal vertical </a:t>
            </a:r>
          </a:p>
        </p:txBody>
      </p:sp>
    </p:spTree>
    <p:extLst>
      <p:ext uri="{BB962C8B-B14F-4D97-AF65-F5344CB8AC3E}">
        <p14:creationId xmlns:p14="http://schemas.microsoft.com/office/powerpoint/2010/main" val="2907525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6779F-A421-C629-A5FD-F145F420E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554" y="1209187"/>
            <a:ext cx="10515600" cy="3939588"/>
          </a:xfrm>
        </p:spPr>
        <p:txBody>
          <a:bodyPr>
            <a:normAutofit fontScale="90000"/>
          </a:bodyPr>
          <a:lstStyle/>
          <a:p>
            <a:r>
              <a:rPr lang="es-GT" dirty="0" err="1"/>
              <a:t>Extension</a:t>
            </a:r>
            <a:r>
              <a:rPr lang="es-GT" dirty="0"/>
              <a:t> de línea rayo</a:t>
            </a:r>
            <a:br>
              <a:rPr lang="es-GT" dirty="0"/>
            </a:br>
            <a:br>
              <a:rPr lang="es-GT" dirty="0"/>
            </a:br>
            <a:r>
              <a:rPr lang="es-GT" dirty="0"/>
              <a:t>comando RAY  ENTER</a:t>
            </a:r>
            <a:br>
              <a:rPr lang="es-GT" dirty="0"/>
            </a:br>
            <a:br>
              <a:rPr lang="es-GT" dirty="0"/>
            </a:br>
            <a:r>
              <a:rPr lang="es-GT" dirty="0"/>
              <a:t>OFFSET, NIVEL DE PISO TERMINADO</a:t>
            </a:r>
            <a:br>
              <a:rPr lang="es-GT"/>
            </a:br>
            <a:r>
              <a:rPr lang="es-GT"/>
              <a:t>OFFSET OTRA VEZ</a:t>
            </a:r>
            <a:br>
              <a:rPr lang="es-GT"/>
            </a:br>
            <a:br>
              <a:rPr lang="es-GT"/>
            </a:br>
            <a:r>
              <a:rPr lang="es-GT"/>
              <a:t>PUERTA 2.10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417420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4A648-A24F-C51E-DB82-A11B6227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4314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E99FC-D1D0-9C77-47E9-59A2D17F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9175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87242-8317-9D40-93CD-9535C6C2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3048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CCBD1-7A71-9D7B-62BA-509E125E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4400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C3FC5-B10E-7C12-AB0A-ECCA71AE7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31709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806D4-B3FF-D130-204C-BBC92E95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093764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32</Words>
  <Application>Microsoft Office PowerPoint</Application>
  <PresentationFormat>Panorámica</PresentationFormat>
  <Paragraphs>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Seccion transcersal horizontal sección longitudinal vertical </vt:lpstr>
      <vt:lpstr>Extension de línea rayo  comando RAY  ENTER  OFFSET, NIVEL DE PISO TERMINADO OFFSET OTRA VEZ  PUERTA 2.10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2026-04-06T23:50:24Z</dcterms:created>
  <dcterms:modified xsi:type="dcterms:W3CDTF">2026-04-07T01:03:40Z</dcterms:modified>
</cp:coreProperties>
</file>