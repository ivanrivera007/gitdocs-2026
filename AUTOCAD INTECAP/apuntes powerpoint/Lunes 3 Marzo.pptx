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</p:sldIdLst>
  <p:sldSz cx="12192000" cy="6858000"/>
  <p:notesSz cx="6858000" cy="9144000"/>
  <p:defaultTextStyle>
    <a:defPPr>
      <a:defRPr lang="es-G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68" d="100"/>
          <a:sy n="68" d="100"/>
        </p:scale>
        <p:origin x="81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02T23:36:41.36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821 299,'17'-7,"0"1,0 1,0 0,0 1,29-2,42-11,258-104,-302 103,0 3,84-18,-114 30,0-1,-1-1,0-1,16-8,-23 10,0 0,1 1,0-1,0 2,0-1,0 1,0 0,0 0,1 0,-1 1,1 1,-1-1,1 1,-1 0,1 1,-1 0,9 2,0 3,0 0,0 1,-1 1,1 0,-2 1,0 1,0 0,0 1,-1 0,-1 1,12 15,13 19,58 98,-31-44,-56-87,79 126,-78-121,-1-1,-1 1,-1 1,0-1,-1 1,3 29,-6-27,0-1,-2 1,-3 41,2-54,-1 0,0-1,0 1,0 0,-1-1,0 0,-1 1,0-1,0-1,0 1,-1-1,0 1,-11 9,-6 1,0-2,-2-1,1 0,-2-2,0-1,0-1,-49 12,-379 78,201-52,149-26,-774 142,862-162,-24 5,0-3,-1-1,1-2,-53-5,87 4,1-1,-1 1,1-1,0 0,-1 0,1 0,0-1,0 1,0-1,0 0,0-1,0 1,0 0,1-1,0 0,-1 0,1 0,0 0,0-1,0 1,1-1,-1 0,1 1,0-1,0 0,1 0,-1-1,1 1,-1 0,1 0,1-1,-1 1,1-1,-1 1,1 0,1-1,-1 1,0-1,1 1,2-6,1-6,1-1,0 1,2 0,0 0,0 1,2 0,0 0,0 1,1 0,22-21,8-5,1 1,47-32,-16 19,3 2,1 5,3 2,1 4,111-37,-33 26,315-56,171 0,-628 104,-26 6,-45 9,-916 236,948-242,-47 14,61-14,17-4,16-5,-1-1,1-1,-1-1,0-1,39-16,-55 19,109-43,182-103,-276 137,-11 4,1 1,0 1,0 0,1 1,0 0,0 1,27-6,-39 10,-1 0,0 0,1 0,-1 0,1 0,-1 0,1 0,-1 0,1 0,-1 0,0 0,1 0,-1 0,1 0,-1 0,1 0,-1 0,0 0,1 1,-1-1,1 0,-1 0,0 1,1-1,-1 0,0 1,1-1,-1 0,0 1,1-1,-1 0,0 1,0-1,1 0,-1 1,0-1,0 1,0-1,0 1,0-1,0 0,0 1,1-1,-1 1,0-1,0 1,-1-1,1 1,0-1,0 1,-4 9,0 0,-1 0,0 0,-1-1,0 1,-10 10,-1 4,-1 2,4-7,0 0,2 1,0 1,1 0,-15 43,26-63,-1 0,1 1,-1-1,1 0,-1 1,1-1,0 1,0-1,0 0,0 1,0-1,0 1,0-1,0 0,1 1,-1-1,1 0,-1 1,1-1,-1 0,1 1,0-1,-1 0,1 0,0 0,0 0,0 0,0 0,0 0,1 1,0-1,0-1,0 1,0-1,0 0,0 0,0 0,0 0,0 0,0 0,0 0,0-1,0 1,0-1,0 1,0-1,0 0,-1 0,1 0,0 0,2-2,10-8,0 0,-1-1,0 0,-1-1,-1-1,0 0,-1 0,12-22,-5 4,-1-2,-1 1,10-39,-20 57,-1 0,0 0,-1-1,-1 1,0-1,-1-15,-1 30,0 0,0 1,0-1,0 0,0 0,0 1,0-1,0 0,0 0,0 1,-1-1,1 0,0 0,0 1,-1-1,1 0,0 1,-1-1,1 1,-1-1,1 0,-1 1,1-1,-1 1,1-1,-1 1,0-1,1 1,-1 0,0-1,1 1,-2-1,0 2,1-1,0 1,-1-1,1 1,-1 0,1 0,0-1,-1 1,1 0,0 0,0 0,0 0,0 1,0-1,-1 2,-8 9,2 1,0 0,0 1,1 0,1 0,1 0,-5 17,-24 118,18-71,-10 25,-12 61,36-157,1 0,0-1,1 1,0 0,0 0,0 0,1 0,0 0,2 8,-2-12,1 0,-1 0,1 1,0-1,0 0,0-1,0 1,0 0,1-1,-1 1,1-1,0 1,0-1,0 0,0-1,0 1,0 0,0-1,5 2,8 2,-1 0,2-1,-1-1,0 0,1-2,-1 0,1 0,0-2,-1 0,1 0,26-8,-30 6,0-1,0 0,0-1,-1 0,0-1,0-1,-1 0,0 0,0-1,0 0,-1-1,0-1,-1 1,14-20,-14 16,0-1,-1 0,-1 0,-1-1,0 0,0 0,-2 0,0-1,-1 1,0-1,0-19,-6-10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02T23:36:42.476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0 436,'79'-8,"-23"0,1333-81,-1168 77,1460-49,-1144 45,1894-134,-2206 132,470-34,3 31,-390 24,-241-2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02T23:48:41.23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16,'7'-6,"2"-3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02T23:48:44.40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897 990,'22'-10,"0"2,1 1,39-8,1 1,825-209,-443 133,-249 55,-11-8,27-5,-202 46,8 0,-1-1,0-1,0 0,24-11,-40 15,0 0,0 0,0 0,0 0,0-1,-1 1,1 0,0-1,0 1,0-1,-1 1,1-1,0 1,0-1,-1 0,1 1,-1-1,1 0,0 1,-1-1,1 0,-1 0,0 0,1 1,-1-1,0 0,1 0,-1 0,0 0,0 0,0 0,0 0,0 1,0-2,-2-1,0 1,-1-1,0 1,1 0,-1 0,0 0,0 0,0 1,0-1,0 1,-5-2,-71-24,0 2,-96-15,146 34,-309-61,-1706-176,1966 239,19-1,0 3,-91 8,127 1,22-7,1 0,0 1,0-1,0 0,-1 0,1 0,0 1,0-1,0 0,0 0,0 1,0-1,0 0,0 0,-1 1,1-1,0 0,0 0,0 1,0-1,0 0,0 0,0 1,0-1,1 0,-1 0,0 1,0-1,0 0,0 0,0 1,0-1,0 0,1 0,-1 1,0-1,0 0,0 0,0 0,1 0,-1 1,0-1,0 0,1 0,-1 0,0 0,1 1,13 6,0 0,1 0,26 7,543 155,22-30,541 53,-1072-181,-75-11,0 0,0 0,0 0,0 0,0 0,0 0,0 0,0 0,0 1,0-1,0 0,0 0,0 0,0 0,0 0,0 0,0 0,0 0,0 0,0 0,0 0,0 0,0 0,0 1,0-1,0 0,0 0,0 0,0 0,0 0,0 0,0 0,0 0,1 0,-1 0,-17 1,-130-9,-588-72,391 16,327 60,0-2,-26-11,41 17,1 0,0-1,0 1,0 0,0-1,0 1,0-1,0 0,0 1,1-1,-1 0,0 0,0 1,0-1,1 0,-1 0,0 0,1 0,-1 0,1 0,-1 0,1 0,-1 0,1 0,0 0,0 0,-1 0,1-1,0 1,0-2,1 1,0 0,1 1,-1-1,0 0,1 1,-1-1,1 1,-1-1,1 1,0-1,-1 1,1 0,0 0,4-1,13-7,1 1,0 2,0 0,1 1,26-3,111-5,-92 9,-31 1,-70 2,-78 0,-360 7,457-5,-20 1,-59 10,86-11,0 1,1 1,0-1,-1 1,1 1,0 0,0 0,1 0,-1 1,1 0,0 0,-8 8,12-7,0-1,0 1,0 0,0 0,1 0,0 1,0-1,1 0,0 1,0-1,0 1,1-1,0 1,0-1,1 1,0-1,2 8,-1 43,-5-41,0 0,-1-1,0 1,-1-1,-12 23,-13 44,29-80,1 0,0 0,-1 0,1-1,0 1,0 0,0 0,0 0,0 0,1 0,-1 0,0 0,1-1,0 1,-1 0,1 0,0-1,0 1,0 0,0-1,2 3,-1-1,1-1,0 0,0 0,0 0,0 0,0 0,1-1,-1 1,0-1,7 2,10 0,-1 0,1-1,30-1,-26 0,-10-1,-1 1,0 1,1 1,-1 0,0 0,21 10,10 10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03T00:12:18.78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0 123,'20'-7,"40"-8,82-9,98-1,80 5,46 5,14 6,-32 4,-34 2,-31 10,-31 9,-38 2,-42-1,-43-5,-45-4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03T00:12:21.93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965 362,'962'-21,"-64"0,-861 22,46-2,-77 0,0 1,-1-1,1 0,0-1,-1 1,1-1,-1 0,0-1,1 1,6-6,-12 8,1 0,-1-1,1 1,-1 0,1-1,-1 1,1-1,-1 1,0-1,1 1,-1-1,0 1,0-1,1 1,-1-1,0 1,0-1,0 0,0 1,1-1,-1 1,0-1,0 0,0 1,0-1,0 1,-1-1,1 0,0 1,0-1,0 1,0-1,-1 1,1-1,0 0,-1 1,1-1,0 1,-1-1,1 1,0 0,-1-1,1 1,-1-1,1 1,-2-1,-5-5,-1 0,-1 0,1 0,-1 1,0 1,0 0,-12-4,-81-22,61 19,-203-47,-1 11,-3 10,-337-6,501 41,-1 4,1 4,0 3,1 4,0 3,1 4,-85 34,-391 128,542-179,1 1,-1 1,1 1,0 0,-22 12,34-16,0 0,0 0,0 0,1 1,-1-1,0 1,1 0,-1 0,1 0,0 0,0 0,1 0,-1 0,0 1,1-1,0 1,0-1,0 1,0 0,1-1,-1 1,1 0,0-1,0 1,0 0,1 0,-1-1,1 1,2 5,0 0,0 0,1-1,1 1,-1-1,1 0,1 0,-1-1,1 0,1 0,-1 0,1-1,0 1,10 5,17 11,64 32,-72-42,246 104,-197-90,-2 4,-1 2,79 51,-149-83,1 1,-1-1,1 1,-1 0,0 0,0 0,0 1,0-1,3 5,-5-7,0 1,0-1,0 1,1-1,-1 1,0-1,0 1,0-1,0 1,0-1,0 1,0-1,0 1,0-1,0 1,0-1,0 0,-1 1,1-1,0 1,0-1,-1 1,1-1,0 1,0-1,-1 0,1 1,0-1,-1 1,1-1,0 0,-1 0,0 1,-4 1,0 0,0 0,0-1,0 0,0 0,-1 0,1-1,0 1,-9-2,-40-1,0-3,-78-17,-111-39,116 27,105 29,14 2,0 0,-1 1,0 0,0 0,1 1,-1 0,0 1,0 0,-10 2,15 2,11 5,22 14,2-1,1-2,0-1,41 17,8 2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03T00:13:32.93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0 159,'5'-8,"0"1,0-1,1 1,0 1,0-1,1 1,-1 0,1 1,1-1,-1 1,1 1,0-1,0 1,0 1,1 0,-1 0,17-3,15-2,-1 2,71-1,-65 5,1025-34,-212 37,-834-1,0 1,31 5,-21 2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03T00:15:18.54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0,'3380'0,"-3352"0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03T00:18:55.16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1,'7'0,"2"0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03T00:19:55.866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9,'0'-7,"33"5,78 9,112 11,126 1,148-2,71 2,37-1,23-5,-36-4,-79-3,-106-3,-109-3,-106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03T00:19:52.85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46,'13'27,"12"8,13 6,15-5,12-8,7-9,-2-15,2-14,0-32,-4-9,-8 4,-7 11,-6 10,-5 11,-8 7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03T00:19:53.91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0 481,'1'-5,"-1"0,1 1,0-1,0 1,0-1,0 1,1 0,0 0,0-1,0 1,0 0,1 1,0-1,0 0,0 1,0-1,0 1,0 0,7-4,6-4,1 0,1 1,23-9,-13 6,243-141,-68 37,-182 106,1 2,0 0,0 2,1 1,-1 0,1 2,43-4,6 6,84 9,-118-4,-3-1,1 2,-1 2,52 14,-42-4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03T00:20:17.68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0,'0'0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3-03T00:20:18.084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 16,'0'-7,"0"-2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87C7B6F-3FCF-F7B9-E79F-9344565D43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68B144CF-0142-10CD-8AD0-E81025F0BC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6BDD350-6CBF-D954-2F32-B6AF85C79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EA2BFC-48E5-496F-8226-75A10A6E18AD}" type="datetimeFigureOut">
              <a:rPr lang="es-GT" smtClean="0"/>
              <a:t>2/03/2026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8EE1120-88AA-5B0B-F0A4-EF670AC332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893B573-3514-A501-B1BE-ECEED6149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D01BDC-9DAF-4521-A1E9-94AA11DCB2DC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4326819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25CE2A5-B6A4-0D18-F9AD-E7F794D1F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6D9AA9B-9142-9A5A-2BAF-14A731566C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BE35040-CA4D-847A-2421-8303749D7A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EA2BFC-48E5-496F-8226-75A10A6E18AD}" type="datetimeFigureOut">
              <a:rPr lang="es-GT" smtClean="0"/>
              <a:t>2/03/2026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A686077-49E2-CD6C-A133-C1182D5DF8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C815686-B0E8-4FEA-A013-B5529A78DD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D01BDC-9DAF-4521-A1E9-94AA11DCB2DC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9213701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333945-B734-F9F8-1A8F-806BD09B45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D43893B-AF56-7B3E-92C3-B1B74C7C16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792B7A3-2E7B-07DA-DE32-40EC2E7345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EA2BFC-48E5-496F-8226-75A10A6E18AD}" type="datetimeFigureOut">
              <a:rPr lang="es-GT" smtClean="0"/>
              <a:t>2/03/2026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9142C11-1E6E-FE08-1ED5-C131CCF83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949D650-52A5-02B9-B122-083FCD0909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D01BDC-9DAF-4521-A1E9-94AA11DCB2DC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1899763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586821F-EE5E-9078-AD95-CE68CA3CDD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A143286-0327-CC68-B574-2850F0B356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DBC43053-995F-5D0D-E081-06929DB403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F0B27FB-A1B7-6416-B65B-D96D73A1DA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EA2BFC-48E5-496F-8226-75A10A6E18AD}" type="datetimeFigureOut">
              <a:rPr lang="es-GT" smtClean="0"/>
              <a:t>2/03/2026</a:t>
            </a:fld>
            <a:endParaRPr lang="es-GT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4F6359A-5453-6762-BF01-3B7DF7565D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C1E8323-5E49-A380-5368-F385C13F96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D01BDC-9DAF-4521-A1E9-94AA11DCB2DC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0009432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8A712F8-4B94-8EFE-81B4-E687578E5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0C75C26-AB88-8755-C1CF-2ADCD06046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C7E10EF1-4043-0F87-A8A7-39D6811420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BC22E85A-3191-3108-5FC6-D1D8E1417FC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E45090B1-D123-D053-5DFF-BC349234C54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B7AEE539-7148-C59B-EF46-EA9E1266A6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EA2BFC-48E5-496F-8226-75A10A6E18AD}" type="datetimeFigureOut">
              <a:rPr lang="es-GT" smtClean="0"/>
              <a:t>2/03/2026</a:t>
            </a:fld>
            <a:endParaRPr lang="es-GT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D617E98E-7AD0-B32E-FC84-F1125EC94B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12F01280-EE95-1DB8-F6E9-76F1933B18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D01BDC-9DAF-4521-A1E9-94AA11DCB2DC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5554676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91E159-BECD-96A1-24C1-DB6B73795B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2CD501A7-112C-51F7-F8FF-D5BB68ADE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EA2BFC-48E5-496F-8226-75A10A6E18AD}" type="datetimeFigureOut">
              <a:rPr lang="es-GT" smtClean="0"/>
              <a:t>2/03/2026</a:t>
            </a:fld>
            <a:endParaRPr lang="es-GT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989EB14D-11F9-CB14-A67F-F6CA7DCFA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4E65EAF0-298A-2F6F-3236-3570FA28A2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D01BDC-9DAF-4521-A1E9-94AA11DCB2DC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8776831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0535BF78-7E9F-EC0A-394A-EC4EA47848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EA2BFC-48E5-496F-8226-75A10A6E18AD}" type="datetimeFigureOut">
              <a:rPr lang="es-GT" smtClean="0"/>
              <a:t>2/03/2026</a:t>
            </a:fld>
            <a:endParaRPr lang="es-GT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24D88C61-DBCB-7A75-1FE9-9C68BFBC41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3E1E5FB-E5A8-FABC-8F80-B116401122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D01BDC-9DAF-4521-A1E9-94AA11DCB2DC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6750229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A77BB4-5FE3-387E-52D1-30BDADAA48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D2FC6EF-CB02-BD79-A4E9-4613D8D171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12A7490A-5694-CEDE-29B0-3AB4A8C81F4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13B5B142-C6E4-7280-8D02-596A8979AB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EA2BFC-48E5-496F-8226-75A10A6E18AD}" type="datetimeFigureOut">
              <a:rPr lang="es-GT" smtClean="0"/>
              <a:t>2/03/2026</a:t>
            </a:fld>
            <a:endParaRPr lang="es-GT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65F4565C-5BAF-B5F5-0B36-4D27F058A3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074D4524-6C2D-3934-351D-45BF71636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D01BDC-9DAF-4521-A1E9-94AA11DCB2DC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8297537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3912253-8031-1D0D-3FB3-84B1C284C9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D5F1A0AD-DF15-84EF-6250-72DE014654B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GT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D2454C8-FE48-3FD0-6743-7517CEBBA2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BC6E029-0F6F-70E9-F489-17AC16C6FD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EA2BFC-48E5-496F-8226-75A10A6E18AD}" type="datetimeFigureOut">
              <a:rPr lang="es-GT" smtClean="0"/>
              <a:t>2/03/2026</a:t>
            </a:fld>
            <a:endParaRPr lang="es-GT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1208A91F-B612-4EF0-95E0-9DD56DA840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9CF5613-9DC6-BAEB-F313-DFFAE6913F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D01BDC-9DAF-4521-A1E9-94AA11DCB2DC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214738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13A26DD-91FD-3A74-5C14-2142561006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0C52AB1-484E-05B4-F1B7-9356C0489D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4E29CE1-D362-C6C4-9933-70D1D323E7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EA2BFC-48E5-496F-8226-75A10A6E18AD}" type="datetimeFigureOut">
              <a:rPr lang="es-GT" smtClean="0"/>
              <a:t>2/03/2026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94F3B69-EEB2-4140-F2B7-535D43353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37690F2-BAE7-FC69-896F-92A3DD4BB4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D01BDC-9DAF-4521-A1E9-94AA11DCB2DC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3557550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16C41CA4-FF7A-239E-546B-56F05F1A50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F12AA57D-145D-411C-7B37-2C56893342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C7DB568-FCA6-3896-D6C6-734A237877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EA2BFC-48E5-496F-8226-75A10A6E18AD}" type="datetimeFigureOut">
              <a:rPr lang="es-GT" smtClean="0"/>
              <a:t>2/03/2026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53B7538-843C-21F3-B48B-563190FCA2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728A82F-B8FB-AE15-B3D7-E097CAE71D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D01BDC-9DAF-4521-A1E9-94AA11DCB2DC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9180050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1958F4A7-62DA-2C14-8E80-A2A45AC7E4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GT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E9D1EC1-104D-E8A5-5C08-A4FA42596E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GT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EE3C72F-3606-4316-E599-A9B17FBA586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CEA2BFC-48E5-496F-8226-75A10A6E18AD}" type="datetimeFigureOut">
              <a:rPr lang="es-GT" smtClean="0"/>
              <a:t>2/03/2026</a:t>
            </a:fld>
            <a:endParaRPr lang="es-GT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F2998FC-C2E5-F312-29CA-878761B0CC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GT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634A0B5-BC54-BFBD-5CC2-78B249DBD0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D01BDC-9DAF-4521-A1E9-94AA11DCB2DC}" type="slidenum">
              <a:rPr lang="es-GT" smtClean="0"/>
              <a:t>‹Nº›</a:t>
            </a:fld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864644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G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customXml" Target="../ink/ink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customXml" Target="../ink/ink4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ustomXml" Target="../ink/ink5.xm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ustomXml" Target="../ink/ink6.xm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ustomXml" Target="../ink/ink7.xm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ustomXml" Target="../ink/ink8.xml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customXml" Target="../ink/ink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ustomXml" Target="../ink/ink10.xml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customXml" Target="../ink/ink11.xml"/><Relationship Id="rId7" Type="http://schemas.openxmlformats.org/officeDocument/2006/relationships/customXml" Target="../ink/ink13.xml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customXml" Target="../ink/ink12.xml"/><Relationship Id="rId10" Type="http://schemas.openxmlformats.org/officeDocument/2006/relationships/image" Target="../media/image29.png"/><Relationship Id="rId4" Type="http://schemas.openxmlformats.org/officeDocument/2006/relationships/image" Target="../media/image26.png"/><Relationship Id="rId9" Type="http://schemas.openxmlformats.org/officeDocument/2006/relationships/customXml" Target="../ink/ink1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580B32-8C1F-06D9-5B33-8EED915857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ISOMETRICOS 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4BD7C24-9CC0-7823-10D7-AECC4A7D48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20BD6AE1-9201-C923-DFA9-380A7A7E2D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3345" y="1786426"/>
            <a:ext cx="7761295" cy="4706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39169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E317637-C18F-5394-04EC-0F98C3E9C3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7455D18-DDC2-146B-2A1D-D49A0CF826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82113B4-2BEE-6648-68F0-72FC6E89B8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468" y="1027906"/>
            <a:ext cx="5556939" cy="4542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89368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EFFA67-BC52-7EC5-B4EC-951CB1CA13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16FFDF5-9780-71A5-C74F-B2F69EDCD3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9C907336-7C74-3816-40E6-58F9669CE4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8207" y="971207"/>
            <a:ext cx="4915586" cy="4915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9162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B55E22-8D99-E7C2-D6D7-1710550E1A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PARA IR CAMBIANDO DE ISOPLANO 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9C5C7A2-51D3-3B92-94C1-23CE1DEF6B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GT" dirty="0"/>
              <a:t>PRESIONAR F5 O CONTROL MAS E</a:t>
            </a:r>
          </a:p>
        </p:txBody>
      </p:sp>
    </p:spTree>
    <p:extLst>
      <p:ext uri="{BB962C8B-B14F-4D97-AF65-F5344CB8AC3E}">
        <p14:creationId xmlns:p14="http://schemas.microsoft.com/office/powerpoint/2010/main" val="3901597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BB3B8BE-2BE6-20E3-A92A-30D1A24531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3290E91-4CE2-B5CB-124E-FDDB3737D1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24F47660-571B-9609-7B76-2F4E9F1F43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7178" y="290207"/>
            <a:ext cx="5467338" cy="6567793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6" name="Entrada de lápiz 5">
                <a:extLst>
                  <a:ext uri="{FF2B5EF4-FFF2-40B4-BE49-F238E27FC236}">
                    <a16:creationId xmlns:a16="http://schemas.microsoft.com/office/drawing/2014/main" id="{BEB75BD9-CAEF-5BBF-79DE-98F19EFFCDDA}"/>
                  </a:ext>
                </a:extLst>
              </p14:cNvPr>
              <p14:cNvContentPartPr/>
              <p14:nvPr/>
            </p14:nvContentPartPr>
            <p14:xfrm>
              <a:off x="3811874" y="5688028"/>
              <a:ext cx="846360" cy="514800"/>
            </p14:xfrm>
          </p:contentPart>
        </mc:Choice>
        <mc:Fallback>
          <p:pic>
            <p:nvPicPr>
              <p:cNvPr id="6" name="Entrada de lápiz 5">
                <a:extLst>
                  <a:ext uri="{FF2B5EF4-FFF2-40B4-BE49-F238E27FC236}">
                    <a16:creationId xmlns:a16="http://schemas.microsoft.com/office/drawing/2014/main" id="{BEB75BD9-CAEF-5BBF-79DE-98F19EFFCDD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757874" y="5580028"/>
                <a:ext cx="954000" cy="73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7" name="Entrada de lápiz 6">
                <a:extLst>
                  <a:ext uri="{FF2B5EF4-FFF2-40B4-BE49-F238E27FC236}">
                    <a16:creationId xmlns:a16="http://schemas.microsoft.com/office/drawing/2014/main" id="{BBB72D44-4A2E-8A6E-E14D-C06678027232}"/>
                  </a:ext>
                </a:extLst>
              </p14:cNvPr>
              <p14:cNvContentPartPr/>
              <p14:nvPr/>
            </p14:nvContentPartPr>
            <p14:xfrm>
              <a:off x="4177634" y="2783188"/>
              <a:ext cx="3019680" cy="156960"/>
            </p14:xfrm>
          </p:contentPart>
        </mc:Choice>
        <mc:Fallback>
          <p:pic>
            <p:nvPicPr>
              <p:cNvPr id="7" name="Entrada de lápiz 6">
                <a:extLst>
                  <a:ext uri="{FF2B5EF4-FFF2-40B4-BE49-F238E27FC236}">
                    <a16:creationId xmlns:a16="http://schemas.microsoft.com/office/drawing/2014/main" id="{BBB72D44-4A2E-8A6E-E14D-C06678027232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123634" y="2675548"/>
                <a:ext cx="3127320" cy="372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6154636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48EB79D-E3B5-0246-8EE4-812FE84AD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ELIPSE ELI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A19F86B-E6CF-0ABE-5212-AB8FDEEEAC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325E8EDF-F0BC-F96C-78F4-A45EB85A20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0287" y="1480865"/>
            <a:ext cx="3591426" cy="3896269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6" name="Entrada de lápiz 5">
                <a:extLst>
                  <a:ext uri="{FF2B5EF4-FFF2-40B4-BE49-F238E27FC236}">
                    <a16:creationId xmlns:a16="http://schemas.microsoft.com/office/drawing/2014/main" id="{C26B9F5B-2D4F-E664-4B93-D7A6030E5098}"/>
                  </a:ext>
                </a:extLst>
              </p14:cNvPr>
              <p14:cNvContentPartPr/>
              <p14:nvPr/>
            </p14:nvContentPartPr>
            <p14:xfrm>
              <a:off x="5556074" y="3088828"/>
              <a:ext cx="6120" cy="6120"/>
            </p14:xfrm>
          </p:contentPart>
        </mc:Choice>
        <mc:Fallback>
          <p:pic>
            <p:nvPicPr>
              <p:cNvPr id="6" name="Entrada de lápiz 5">
                <a:extLst>
                  <a:ext uri="{FF2B5EF4-FFF2-40B4-BE49-F238E27FC236}">
                    <a16:creationId xmlns:a16="http://schemas.microsoft.com/office/drawing/2014/main" id="{C26B9F5B-2D4F-E664-4B93-D7A6030E509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502434" y="2981188"/>
                <a:ext cx="113760" cy="221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7" name="Entrada de lápiz 6">
                <a:extLst>
                  <a:ext uri="{FF2B5EF4-FFF2-40B4-BE49-F238E27FC236}">
                    <a16:creationId xmlns:a16="http://schemas.microsoft.com/office/drawing/2014/main" id="{EB901EE7-E038-5DF9-E646-291C392A3BAA}"/>
                  </a:ext>
                </a:extLst>
              </p14:cNvPr>
              <p14:cNvContentPartPr/>
              <p14:nvPr/>
            </p14:nvContentPartPr>
            <p14:xfrm>
              <a:off x="6035234" y="4496788"/>
              <a:ext cx="1135800" cy="356400"/>
            </p14:xfrm>
          </p:contentPart>
        </mc:Choice>
        <mc:Fallback>
          <p:pic>
            <p:nvPicPr>
              <p:cNvPr id="7" name="Entrada de lápiz 6">
                <a:extLst>
                  <a:ext uri="{FF2B5EF4-FFF2-40B4-BE49-F238E27FC236}">
                    <a16:creationId xmlns:a16="http://schemas.microsoft.com/office/drawing/2014/main" id="{EB901EE7-E038-5DF9-E646-291C392A3BAA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981234" y="4389148"/>
                <a:ext cx="1243440" cy="572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0499191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848BD4-3B7D-FB52-BA90-B5A39B4080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E1833A3-388D-7CCD-D93E-DC87CD060C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2F04447E-69B4-F986-E5BF-767AE9AEE9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417" y="1561839"/>
            <a:ext cx="5487166" cy="3734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61897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9944815-1B42-7601-60D4-DE4879D5B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C953E79-FA97-9938-89C5-95E566E9F1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0D83B22B-D768-ABBA-5163-37FC33F610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9178" y="1523734"/>
            <a:ext cx="8373644" cy="3810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1829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4C55902-A94E-8011-9BA2-23D57DC50E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BA9286F-38EA-2F25-4DD8-82784D450F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80390978-1A1E-BE0F-0799-76E87D696C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9628" y="1638050"/>
            <a:ext cx="4972744" cy="3581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82996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63FF56-C036-B185-F9B1-A6F86C571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25E98E0-9D67-1ED3-9705-3113C4A0BA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AC19270B-C04F-D5F8-4758-BEF4043BC6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1049" y="1571366"/>
            <a:ext cx="5029902" cy="371526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6" name="Entrada de lápiz 5">
                <a:extLst>
                  <a:ext uri="{FF2B5EF4-FFF2-40B4-BE49-F238E27FC236}">
                    <a16:creationId xmlns:a16="http://schemas.microsoft.com/office/drawing/2014/main" id="{64EAB33D-33D3-4A79-AE07-F04D9869A5AF}"/>
                  </a:ext>
                </a:extLst>
              </p14:cNvPr>
              <p14:cNvContentPartPr/>
              <p14:nvPr/>
            </p14:nvContentPartPr>
            <p14:xfrm>
              <a:off x="7694834" y="3106828"/>
              <a:ext cx="1197000" cy="44640"/>
            </p14:xfrm>
          </p:contentPart>
        </mc:Choice>
        <mc:Fallback>
          <p:pic>
            <p:nvPicPr>
              <p:cNvPr id="6" name="Entrada de lápiz 5">
                <a:extLst>
                  <a:ext uri="{FF2B5EF4-FFF2-40B4-BE49-F238E27FC236}">
                    <a16:creationId xmlns:a16="http://schemas.microsoft.com/office/drawing/2014/main" id="{64EAB33D-33D3-4A79-AE07-F04D9869A5AF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640834" y="2998828"/>
                <a:ext cx="1304640" cy="260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496888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C5753C-D41E-8968-58B8-B2A9A9A7A0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ABC0CFCD-3A89-EB3F-C0E3-7476D10CE78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24169" y="679539"/>
            <a:ext cx="6680679" cy="6178461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6" name="Entrada de lápiz 5">
                <a:extLst>
                  <a:ext uri="{FF2B5EF4-FFF2-40B4-BE49-F238E27FC236}">
                    <a16:creationId xmlns:a16="http://schemas.microsoft.com/office/drawing/2014/main" id="{4F902668-E40D-804C-E258-C94810938B18}"/>
                  </a:ext>
                </a:extLst>
              </p14:cNvPr>
              <p14:cNvContentPartPr/>
              <p14:nvPr/>
            </p14:nvContentPartPr>
            <p14:xfrm>
              <a:off x="7445714" y="4286908"/>
              <a:ext cx="1087200" cy="367200"/>
            </p14:xfrm>
          </p:contentPart>
        </mc:Choice>
        <mc:Fallback>
          <p:pic>
            <p:nvPicPr>
              <p:cNvPr id="6" name="Entrada de lápiz 5">
                <a:extLst>
                  <a:ext uri="{FF2B5EF4-FFF2-40B4-BE49-F238E27FC236}">
                    <a16:creationId xmlns:a16="http://schemas.microsoft.com/office/drawing/2014/main" id="{4F902668-E40D-804C-E258-C94810938B1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392074" y="4178908"/>
                <a:ext cx="1194840" cy="582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186398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DE0BF1-738C-2A36-4F99-8C7879B573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8DCFB36-4923-248C-A6A6-BE947F1D3E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6B98E3C0-FFCA-2A76-6738-105C3826A1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6680" y="1542787"/>
            <a:ext cx="5658640" cy="3772426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6" name="Entrada de lápiz 5">
                <a:extLst>
                  <a:ext uri="{FF2B5EF4-FFF2-40B4-BE49-F238E27FC236}">
                    <a16:creationId xmlns:a16="http://schemas.microsoft.com/office/drawing/2014/main" id="{9F05C079-33C0-6FE4-14E1-6C3FEEE45464}"/>
                  </a:ext>
                </a:extLst>
              </p14:cNvPr>
              <p14:cNvContentPartPr/>
              <p14:nvPr/>
            </p14:nvContentPartPr>
            <p14:xfrm>
              <a:off x="7582154" y="2362348"/>
              <a:ext cx="879120" cy="57240"/>
            </p14:xfrm>
          </p:contentPart>
        </mc:Choice>
        <mc:Fallback>
          <p:pic>
            <p:nvPicPr>
              <p:cNvPr id="6" name="Entrada de lápiz 5">
                <a:extLst>
                  <a:ext uri="{FF2B5EF4-FFF2-40B4-BE49-F238E27FC236}">
                    <a16:creationId xmlns:a16="http://schemas.microsoft.com/office/drawing/2014/main" id="{9F05C079-33C0-6FE4-14E1-6C3FEEE4546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528154" y="2254708"/>
                <a:ext cx="986760" cy="272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5912203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6C75846-494C-DD9B-A708-5846B5257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405B577-ABC9-C2AA-D007-F27C6740D4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F66E1ED8-23A4-D89D-CE0F-53C22A4115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8051" y="2362051"/>
            <a:ext cx="2495898" cy="2133898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6" name="Entrada de lápiz 5">
                <a:extLst>
                  <a:ext uri="{FF2B5EF4-FFF2-40B4-BE49-F238E27FC236}">
                    <a16:creationId xmlns:a16="http://schemas.microsoft.com/office/drawing/2014/main" id="{A7329A46-D27B-3B4F-E3AB-4BBE46846C64}"/>
                  </a:ext>
                </a:extLst>
              </p14:cNvPr>
              <p14:cNvContentPartPr/>
              <p14:nvPr/>
            </p14:nvContentPartPr>
            <p14:xfrm>
              <a:off x="5626274" y="3587068"/>
              <a:ext cx="1227240" cy="360"/>
            </p14:xfrm>
          </p:contentPart>
        </mc:Choice>
        <mc:Fallback>
          <p:pic>
            <p:nvPicPr>
              <p:cNvPr id="6" name="Entrada de lápiz 5">
                <a:extLst>
                  <a:ext uri="{FF2B5EF4-FFF2-40B4-BE49-F238E27FC236}">
                    <a16:creationId xmlns:a16="http://schemas.microsoft.com/office/drawing/2014/main" id="{A7329A46-D27B-3B4F-E3AB-4BBE46846C6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572634" y="3479068"/>
                <a:ext cx="1334880" cy="216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1987382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4ACEC63-C362-E0E2-9885-1EF23090D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82F2C0D-BBBB-92F6-C4D6-0DD401F269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GT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4" name="Entrada de lápiz 3">
                <a:extLst>
                  <a:ext uri="{FF2B5EF4-FFF2-40B4-BE49-F238E27FC236}">
                    <a16:creationId xmlns:a16="http://schemas.microsoft.com/office/drawing/2014/main" id="{4FFCF5EA-F789-E398-B7D0-6E04E7ECE807}"/>
                  </a:ext>
                </a:extLst>
              </p14:cNvPr>
              <p14:cNvContentPartPr/>
              <p14:nvPr/>
            </p14:nvContentPartPr>
            <p14:xfrm>
              <a:off x="3474194" y="899668"/>
              <a:ext cx="6120" cy="360"/>
            </p14:xfrm>
          </p:contentPart>
        </mc:Choice>
        <mc:Fallback>
          <p:pic>
            <p:nvPicPr>
              <p:cNvPr id="4" name="Entrada de lápiz 3">
                <a:extLst>
                  <a:ext uri="{FF2B5EF4-FFF2-40B4-BE49-F238E27FC236}">
                    <a16:creationId xmlns:a16="http://schemas.microsoft.com/office/drawing/2014/main" id="{4FFCF5EA-F789-E398-B7D0-6E04E7ECE80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420194" y="792028"/>
                <a:ext cx="113760" cy="216000"/>
              </a:xfrm>
              <a:prstGeom prst="rect">
                <a:avLst/>
              </a:prstGeom>
            </p:spPr>
          </p:pic>
        </mc:Fallback>
      </mc:AlternateContent>
      <p:pic>
        <p:nvPicPr>
          <p:cNvPr id="6" name="Imagen 5">
            <a:extLst>
              <a:ext uri="{FF2B5EF4-FFF2-40B4-BE49-F238E27FC236}">
                <a16:creationId xmlns:a16="http://schemas.microsoft.com/office/drawing/2014/main" id="{2227AC76-95FC-C0DA-4A11-7F65E1F7E6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2798" y="1378865"/>
            <a:ext cx="3645614" cy="4798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49813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37B8C13-BCAE-5183-3795-F8D10CD36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77C5E91-8A4F-393E-D920-2ED0EB0434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7A49AC76-8A78-3D25-86B6-2A89C0080A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7517" y="1137612"/>
            <a:ext cx="4957071" cy="2660664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6" name="Entrada de lápiz 5">
                <a:extLst>
                  <a:ext uri="{FF2B5EF4-FFF2-40B4-BE49-F238E27FC236}">
                    <a16:creationId xmlns:a16="http://schemas.microsoft.com/office/drawing/2014/main" id="{714428C3-626D-CB81-4444-DD080907685D}"/>
                  </a:ext>
                </a:extLst>
              </p14:cNvPr>
              <p14:cNvContentPartPr/>
              <p14:nvPr/>
            </p14:nvContentPartPr>
            <p14:xfrm>
              <a:off x="4445114" y="2331748"/>
              <a:ext cx="1806120" cy="46800"/>
            </p14:xfrm>
          </p:contentPart>
        </mc:Choice>
        <mc:Fallback>
          <p:pic>
            <p:nvPicPr>
              <p:cNvPr id="6" name="Entrada de lápiz 5">
                <a:extLst>
                  <a:ext uri="{FF2B5EF4-FFF2-40B4-BE49-F238E27FC236}">
                    <a16:creationId xmlns:a16="http://schemas.microsoft.com/office/drawing/2014/main" id="{714428C3-626D-CB81-4444-DD080907685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391114" y="2223748"/>
                <a:ext cx="1913760" cy="262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6892743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C3396CE-FF22-552E-A112-77892D236E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D5538DB-1096-9B1C-7B91-2B285E93E0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GT" dirty="0"/>
              <a:t>REORIENTAR LA COTA 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AD0A566E-C28C-D8AD-48A9-F890F6F8DC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2308" y="-61240"/>
            <a:ext cx="6468378" cy="6554115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6" name="Entrada de lápiz 5">
                <a:extLst>
                  <a:ext uri="{FF2B5EF4-FFF2-40B4-BE49-F238E27FC236}">
                    <a16:creationId xmlns:a16="http://schemas.microsoft.com/office/drawing/2014/main" id="{3467BB0E-371B-785F-4BFF-2FFA92A544B0}"/>
                  </a:ext>
                </a:extLst>
              </p14:cNvPr>
              <p14:cNvContentPartPr/>
              <p14:nvPr/>
            </p14:nvContentPartPr>
            <p14:xfrm>
              <a:off x="3868034" y="1305388"/>
              <a:ext cx="282600" cy="85320"/>
            </p14:xfrm>
          </p:contentPart>
        </mc:Choice>
        <mc:Fallback>
          <p:pic>
            <p:nvPicPr>
              <p:cNvPr id="6" name="Entrada de lápiz 5">
                <a:extLst>
                  <a:ext uri="{FF2B5EF4-FFF2-40B4-BE49-F238E27FC236}">
                    <a16:creationId xmlns:a16="http://schemas.microsoft.com/office/drawing/2014/main" id="{3467BB0E-371B-785F-4BFF-2FFA92A544B0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814394" y="1197748"/>
                <a:ext cx="390240" cy="300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7" name="Entrada de lápiz 6">
                <a:extLst>
                  <a:ext uri="{FF2B5EF4-FFF2-40B4-BE49-F238E27FC236}">
                    <a16:creationId xmlns:a16="http://schemas.microsoft.com/office/drawing/2014/main" id="{DA12C2EE-9467-F1AE-5A4B-5F0E521769AF}"/>
                  </a:ext>
                </a:extLst>
              </p14:cNvPr>
              <p14:cNvContentPartPr/>
              <p14:nvPr/>
            </p14:nvContentPartPr>
            <p14:xfrm>
              <a:off x="4923554" y="1444708"/>
              <a:ext cx="491760" cy="173160"/>
            </p14:xfrm>
          </p:contentPart>
        </mc:Choice>
        <mc:Fallback>
          <p:pic>
            <p:nvPicPr>
              <p:cNvPr id="7" name="Entrada de lápiz 6">
                <a:extLst>
                  <a:ext uri="{FF2B5EF4-FFF2-40B4-BE49-F238E27FC236}">
                    <a16:creationId xmlns:a16="http://schemas.microsoft.com/office/drawing/2014/main" id="{DA12C2EE-9467-F1AE-5A4B-5F0E521769AF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869554" y="1336708"/>
                <a:ext cx="599400" cy="38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8" name="Entrada de lápiz 7">
                <a:extLst>
                  <a:ext uri="{FF2B5EF4-FFF2-40B4-BE49-F238E27FC236}">
                    <a16:creationId xmlns:a16="http://schemas.microsoft.com/office/drawing/2014/main" id="{3DC43498-40B7-8C69-E838-C022B92FDBD1}"/>
                  </a:ext>
                </a:extLst>
              </p14:cNvPr>
              <p14:cNvContentPartPr/>
              <p14:nvPr/>
            </p14:nvContentPartPr>
            <p14:xfrm>
              <a:off x="1772114" y="2433268"/>
              <a:ext cx="360" cy="360"/>
            </p14:xfrm>
          </p:contentPart>
        </mc:Choice>
        <mc:Fallback>
          <p:pic>
            <p:nvPicPr>
              <p:cNvPr id="8" name="Entrada de lápiz 7">
                <a:extLst>
                  <a:ext uri="{FF2B5EF4-FFF2-40B4-BE49-F238E27FC236}">
                    <a16:creationId xmlns:a16="http://schemas.microsoft.com/office/drawing/2014/main" id="{3DC43498-40B7-8C69-E838-C022B92FDBD1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718474" y="2325268"/>
                <a:ext cx="1080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9" name="Entrada de lápiz 8">
                <a:extLst>
                  <a:ext uri="{FF2B5EF4-FFF2-40B4-BE49-F238E27FC236}">
                    <a16:creationId xmlns:a16="http://schemas.microsoft.com/office/drawing/2014/main" id="{6593D99B-391E-AC15-58B8-4A9958B68DF8}"/>
                  </a:ext>
                </a:extLst>
              </p14:cNvPr>
              <p14:cNvContentPartPr/>
              <p14:nvPr/>
            </p14:nvContentPartPr>
            <p14:xfrm>
              <a:off x="1870394" y="2104228"/>
              <a:ext cx="360" cy="6120"/>
            </p14:xfrm>
          </p:contentPart>
        </mc:Choice>
        <mc:Fallback>
          <p:pic>
            <p:nvPicPr>
              <p:cNvPr id="9" name="Entrada de lápiz 8">
                <a:extLst>
                  <a:ext uri="{FF2B5EF4-FFF2-40B4-BE49-F238E27FC236}">
                    <a16:creationId xmlns:a16="http://schemas.microsoft.com/office/drawing/2014/main" id="{6593D99B-391E-AC15-58B8-4A9958B68DF8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816754" y="1996228"/>
                <a:ext cx="108000" cy="221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9717809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786011B-7B0D-A23D-27CF-F4755595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GT" dirty="0"/>
              <a:t>SELECCINAMOS 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CB4DC5E-3FF2-FE63-BA30-1568D2FE34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GT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4B2A21AA-9084-7649-72B9-D4125EAE6C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4595" y="1027906"/>
            <a:ext cx="6850127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41432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1FD329-2C9B-4AF7-81E1-C81A103B2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7BC5619-E398-A106-CAB0-0E54285647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41009949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2E904C2-7884-71BD-C277-745484C0B5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C411F37-049F-2266-D169-8934AD528E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5942545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91F22C-2E77-8A8F-8D3B-F3A8BA115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8A01D39-4DE3-B70B-E141-74ADB4EB6B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0043617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1A87622-1ACC-CE15-1731-135392BA9B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0BA70A9-E0E8-1541-C98D-C10006E5EF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141626622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C50F639-4443-0751-0859-FC2882199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5101D12-0E80-F7C3-1E8F-CE4DA45CF4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1227220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7F086D-A9D5-5B7B-59E4-7BAFFABBEB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6530EB5-A72F-0D66-1A7A-F46FB1FA54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6247160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2867C6F-280C-93DA-14B8-EEE71F2848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BA76497-668D-8194-593A-ED43790F3A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97072940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50990E1-45E1-C591-AB83-C84E3F935D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5066D3F-774C-518A-AD99-BBEE308F33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364620091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D792CA-0813-B75F-4638-414A937DC6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5495CBF-259B-4E9F-0052-5F79B7B3C8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225485261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E1E0153-7A0E-E416-AC95-556C3AACB9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GT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2966B381-7344-B002-A057-04DC12E05E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GT"/>
          </a:p>
        </p:txBody>
      </p:sp>
    </p:spTree>
    <p:extLst>
      <p:ext uri="{BB962C8B-B14F-4D97-AF65-F5344CB8AC3E}">
        <p14:creationId xmlns:p14="http://schemas.microsoft.com/office/powerpoint/2010/main" val="422017034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177</TotalTime>
  <Words>18</Words>
  <Application>Microsoft Office PowerPoint</Application>
  <PresentationFormat>Panorámica</PresentationFormat>
  <Paragraphs>6</Paragraphs>
  <Slides>27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27</vt:i4>
      </vt:variant>
    </vt:vector>
  </HeadingPairs>
  <TitlesOfParts>
    <vt:vector size="31" baseType="lpstr">
      <vt:lpstr>Arial</vt:lpstr>
      <vt:lpstr>Calibri</vt:lpstr>
      <vt:lpstr>Calibri Light</vt:lpstr>
      <vt:lpstr>Tema de Office</vt:lpstr>
      <vt:lpstr>ISOMETRICOS </vt:lpstr>
      <vt:lpstr>Presentación de PowerPoint</vt:lpstr>
      <vt:lpstr>Presentación de PowerPoint</vt:lpstr>
      <vt:lpstr>PARA IR CAMBIANDO DE ISOPLANO </vt:lpstr>
      <vt:lpstr>Presentación de PowerPoint</vt:lpstr>
      <vt:lpstr>ELIPSE ELI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SELECCINAMOS 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Ivan Carreto</dc:creator>
  <cp:lastModifiedBy>Ivan Carreto</cp:lastModifiedBy>
  <cp:revision>1</cp:revision>
  <dcterms:created xsi:type="dcterms:W3CDTF">2026-03-02T23:32:06Z</dcterms:created>
  <dcterms:modified xsi:type="dcterms:W3CDTF">2026-03-03T02:29:24Z</dcterms:modified>
</cp:coreProperties>
</file>