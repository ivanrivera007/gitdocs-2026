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6:41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821 299,'17'-7,"0"1,0 1,0 0,0 1,29-2,42-11,258-104,-302 103,0 3,84-18,-114 30,0-1,-1-1,0-1,16-8,-23 10,0 0,1 1,0-1,0 2,0-1,0 1,0 0,0 0,1 0,-1 1,1 1,-1-1,1 1,-1 0,1 1,-1 0,9 2,0 3,0 0,0 1,-1 1,1 0,-2 1,0 1,0 0,0 1,-1 0,-1 1,12 15,13 19,58 98,-31-44,-56-87,79 126,-78-121,-1-1,-1 1,-1 1,0-1,-1 1,3 29,-6-27,0-1,-2 1,-3 41,2-54,-1 0,0-1,0 1,0 0,-1-1,0 0,-1 1,0-1,0-1,0 1,-1-1,0 1,-11 9,-6 1,0-2,-2-1,1 0,-2-2,0-1,0-1,-49 12,-379 78,201-52,149-26,-774 142,862-162,-24 5,0-3,-1-1,1-2,-53-5,87 4,1-1,-1 1,1-1,0 0,-1 0,1 0,0-1,0 1,0-1,0 0,0-1,0 1,0 0,1-1,0 0,-1 0,1 0,0 0,0-1,0 1,1-1,-1 0,1 1,0-1,0 0,1 0,-1-1,1 1,-1 0,1 0,1-1,-1 1,1-1,-1 1,1 0,1-1,-1 1,0-1,1 1,2-6,1-6,1-1,0 1,2 0,0 0,0 1,2 0,0 0,0 1,1 0,22-21,8-5,1 1,47-32,-16 19,3 2,1 5,3 2,1 4,111-37,-33 26,315-56,171 0,-628 104,-26 6,-45 9,-916 236,948-242,-47 14,61-14,17-4,16-5,-1-1,1-1,-1-1,0-1,39-16,-55 19,109-43,182-103,-276 137,-11 4,1 1,0 1,0 0,1 1,0 0,0 1,27-6,-39 10,-1 0,0 0,1 0,-1 0,1 0,-1 0,1 0,-1 0,1 0,-1 0,0 0,1 0,-1 0,1 0,-1 0,1 0,-1 0,0 0,1 1,-1-1,1 0,-1 0,0 1,1-1,-1 0,0 1,1-1,-1 0,0 1,1-1,-1 0,0 1,0-1,1 0,-1 1,0-1,0 1,0-1,0 1,0-1,0 0,0 1,1-1,-1 1,0-1,0 1,-1-1,1 1,0-1,0 1,-4 9,0 0,-1 0,0 0,-1-1,0 1,-10 10,-1 4,-1 2,4-7,0 0,2 1,0 1,1 0,-15 43,26-63,-1 0,1 1,-1-1,1 0,-1 1,1-1,0 1,0-1,0 0,0 1,0-1,0 1,0-1,0 0,1 1,-1-1,1 0,-1 1,1-1,-1 0,1 1,0-1,-1 0,1 0,0 0,0 0,0 0,0 0,0 0,1 1,0-1,0-1,0 1,0-1,0 0,0 0,0 0,0 0,0 0,0 0,0 0,0-1,0 1,0-1,0 1,0-1,0 0,-1 0,1 0,0 0,2-2,10-8,0 0,-1-1,0 0,-1-1,-1-1,0 0,-1 0,12-22,-5 4,-1-2,-1 1,10-39,-20 57,-1 0,0 0,-1-1,-1 1,0-1,-1-15,-1 30,0 0,0 1,0-1,0 0,0 0,0 1,0-1,0 0,0 0,0 1,-1-1,1 0,0 0,0 1,-1-1,1 0,0 1,-1-1,1 1,-1-1,1 0,-1 1,1-1,-1 1,1-1,-1 1,0-1,1 1,-1 0,0-1,1 1,-2-1,0 2,1-1,0 1,-1-1,1 1,-1 0,1 0,0-1,-1 1,1 0,0 0,0 0,0 0,0 1,0-1,-1 2,-8 9,2 1,0 0,0 1,1 0,1 0,1 0,-5 17,-24 118,18-71,-10 25,-12 61,36-157,1 0,0-1,1 1,0 0,0 0,0 0,1 0,0 0,2 8,-2-12,1 0,-1 0,1 1,0-1,0 0,0-1,0 1,0 0,1-1,-1 1,1-1,0 1,0-1,0 0,0-1,0 1,0 0,0-1,5 2,8 2,-1 0,2-1,-1-1,0 0,1-2,-1 0,1 0,0-2,-1 0,1 0,26-8,-30 6,0-1,0 0,0-1,-1 0,0-1,0-1,-1 0,0 0,0-1,0 0,-1-1,0-1,-1 1,14-20,-14 16,0-1,-1 0,-1 0,-1-1,0 0,0 0,-2 0,0-1,-1 1,0-1,0-19,-6-10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36:42.4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0 436,'79'-8,"-23"0,1333-81,-1168 77,1460-49,-1144 45,1894-134,-2206 132,470-34,3 31,-390 24,-241-2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41.2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16,'7'-6,"2"-3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23:48:44.4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897 990,'22'-10,"0"2,1 1,39-8,1 1,825-209,-443 133,-249 55,-11-8,27-5,-202 46,8 0,-1-1,0-1,0 0,24-11,-40 15,0 0,0 0,0 0,0 0,0-1,-1 1,1 0,0-1,0 1,0-1,-1 1,1-1,0 1,0-1,-1 0,1 1,-1-1,1 0,0 1,-1-1,1 0,-1 0,0 0,1 1,-1-1,0 0,1 0,-1 0,0 0,0 0,0 0,0 0,0 1,0-2,-2-1,0 1,-1-1,0 1,1 0,-1 0,0 0,0 0,0 1,0-1,0 1,-5-2,-71-24,0 2,-96-15,146 34,-309-61,-1706-176,1966 239,19-1,0 3,-91 8,127 1,22-7,1 0,0 1,0-1,0 0,-1 0,1 0,0 1,0-1,0 0,0 0,0 1,0-1,0 0,0 0,-1 1,1-1,0 0,0 0,0 1,0-1,0 0,0 0,0 1,0-1,1 0,-1 0,0 1,0-1,0 0,0 0,0 1,0-1,0 0,1 0,-1 1,0-1,0 0,0 0,0 0,1 0,-1 1,0-1,0 0,1 0,-1 0,0 0,1 1,13 6,0 0,1 0,26 7,543 155,22-30,541 53,-1072-181,-75-11,0 0,0 0,0 0,0 0,0 0,0 0,0 0,0 0,0 1,0-1,0 0,0 0,0 0,0 0,0 0,0 0,0 0,0 0,0 0,0 0,0 0,0 0,0 0,0 1,0-1,0 0,0 0,0 0,0 0,0 0,0 0,0 0,0 0,1 0,-1 0,-17 1,-130-9,-588-72,391 16,327 60,0-2,-26-11,41 17,1 0,0-1,0 1,0 0,0-1,0 1,0-1,0 0,0 1,1-1,-1 0,0 0,0 1,0-1,1 0,-1 0,0 0,1 0,-1 0,1 0,-1 0,1 0,-1 0,1 0,0 0,0 0,-1 0,1-1,0 1,0-2,1 1,0 0,1 1,-1-1,0 0,1 1,-1-1,1 1,-1-1,1 1,0-1,-1 1,1 0,0 0,4-1,13-7,1 1,0 2,0 0,1 1,26-3,111-5,-92 9,-31 1,-70 2,-78 0,-360 7,457-5,-20 1,-59 10,86-11,0 1,1 1,0-1,-1 1,1 1,0 0,0 0,1 0,-1 1,1 0,0 0,-8 8,12-7,0-1,0 1,0 0,0 0,1 0,0 1,0-1,1 0,0 1,0-1,0 1,1-1,0 1,0-1,1 1,0-1,2 8,-1 43,-5-41,0 0,-1-1,0 1,-1-1,-12 23,-13 44,29-80,1 0,0 0,-1 0,1-1,0 1,0 0,0 0,0 0,0 0,1 0,-1 0,0 0,1-1,0 1,-1 0,1 0,0-1,0 1,0 0,0-1,2 3,-1-1,1-1,0 0,0 0,0 0,0 0,0 0,1-1,-1 1,0-1,7 2,10 0,-1 0,1-1,30-1,-26 0,-10-1,-1 1,0 1,1 1,-1 0,0 0,21 10,10 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2:18.7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0 123,'20'-7,"40"-8,82-9,98-1,80 5,46 5,14 6,-32 4,-34 2,-31 10,-31 9,-38 2,-42-1,-43-5,-45-4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2:21.9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965 362,'962'-21,"-64"0,-861 22,46-2,-77 0,0 1,-1-1,1 0,0-1,-1 1,1-1,-1 0,0-1,1 1,6-6,-12 8,1 0,-1-1,1 1,-1 0,1-1,-1 1,1-1,-1 1,0-1,1 1,-1-1,0 1,0-1,1 1,-1-1,0 1,0-1,0 0,0 1,1-1,-1 1,0-1,0 0,0 1,0-1,0 1,-1-1,1 0,0 1,0-1,0 1,0-1,-1 1,1-1,0 0,-1 1,1-1,0 1,-1-1,1 1,0 0,-1-1,1 1,-1-1,1 1,-2-1,-5-5,-1 0,-1 0,1 0,-1 1,0 1,0 0,-12-4,-81-22,61 19,-203-47,-1 11,-3 10,-337-6,501 41,-1 4,1 4,0 3,1 4,0 3,1 4,-85 34,-391 128,542-179,1 1,-1 1,1 1,0 0,-22 12,34-16,0 0,0 0,0 0,1 1,-1-1,0 1,1 0,-1 0,1 0,0 0,0 0,1 0,-1 0,0 1,1-1,0 1,0-1,0 1,0 0,1-1,-1 1,1 0,0-1,0 1,0 0,1 0,-1-1,1 1,2 5,0 0,0 0,1-1,1 1,-1-1,1 0,1 0,-1-1,1 0,1 0,-1 0,1-1,0 1,10 5,17 11,64 32,-72-42,246 104,-197-90,-2 4,-1 2,79 51,-149-83,1 1,-1-1,1 1,-1 0,0 0,0 0,0 1,0-1,3 5,-5-7,0 1,0-1,0 1,1-1,-1 1,0-1,0 1,0-1,0 1,0-1,0 1,0-1,0 1,0-1,0 1,0-1,0 0,-1 1,1-1,0 1,0-1,-1 1,1-1,0 1,0-1,-1 0,1 1,0-1,-1 1,1-1,0 0,-1 0,0 1,-4 1,0 0,0 0,0-1,0 0,0 0,-1 0,1-1,0 1,-9-2,-40-1,0-3,-78-17,-111-39,116 27,105 29,14 2,0 0,-1 1,0 0,0 0,1 1,-1 0,0 1,0 0,-10 2,15 2,11 5,22 14,2-1,1-2,0-1,41 17,8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3:32.9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0 159,'5'-8,"0"1,0-1,1 1,0 1,0-1,1 1,-1 0,1 1,1-1,-1 1,1 1,0-1,0 1,0 1,1 0,-1 0,17-3,15-2,-1 2,71-1,-65 5,1025-34,-212 37,-834-1,0 1,31 5,-21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5:18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0,'3380'0,"-3352"0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8:55.1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1,'7'0,"2"0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9:55.8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9,'0'-7,"33"5,78 9,112 11,126 1,148-2,71 2,37-1,23-5,-36-4,-79-3,-106-3,-109-3,-106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9:52.8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46,'13'27,"12"8,13 6,15-5,12-8,7-9,-2-15,2-14,0-32,-4-9,-8 4,-7 11,-6 10,-5 11,-8 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19:53.9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0 481,'1'-5,"-1"0,1 1,0-1,0 1,0-1,0 1,1 0,0 0,0-1,0 1,0 0,1 1,0-1,0 0,0 1,0-1,0 1,0 0,7-4,6-4,1 0,1 1,23-9,-13 6,243-141,-68 37,-182 106,1 2,0 0,0 2,1 1,-1 0,1 2,43-4,6 6,84 9,-118-4,-3-1,1 2,-1 2,52 14,-42-4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20:17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3T00:20:18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16,'0'-7,"0"-2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C7B6F-3FCF-F7B9-E79F-9344565D4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B144CF-0142-10CD-8AD0-E81025F0B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BDD350-6CBF-D954-2F32-B6AF85C7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EE1120-88AA-5B0B-F0A4-EF670AC3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93B573-3514-A501-B1BE-ECEED614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3268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CE2A5-B6A4-0D18-F9AD-E7F794D1F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D9AA9B-9142-9A5A-2BAF-14A73156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E35040-CA4D-847A-2421-8303749D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686077-49E2-CD6C-A133-C1182D5D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815686-B0E8-4FEA-A013-B5529A78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2137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33945-B734-F9F8-1A8F-806BD09B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3893B-AF56-7B3E-92C3-B1B74C7C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2B7A3-2E7B-07DA-DE32-40EC2E73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142C11-1E6E-FE08-1ED5-C131CCF8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49D650-52A5-02B9-B122-083FCD09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8997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6821F-EE5E-9078-AD95-CE68CA3C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143286-0327-CC68-B574-2850F0B35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C43053-995F-5D0D-E081-06929DB40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0B27FB-A1B7-6416-B65B-D96D73A1D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F6359A-5453-6762-BF01-3B7DF756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1E8323-5E49-A380-5368-F385C13F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0094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712F8-4B94-8EFE-81B4-E687578E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C75C26-AB88-8755-C1CF-2ADCD0604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E10EF1-4043-0F87-A8A7-39D681142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22E85A-3191-3108-5FC6-D1D8E1417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5090B1-D123-D053-5DFF-BC349234C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AEE539-7148-C59B-EF46-EA9E1266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17E98E-7AD0-B32E-FC84-F1125EC9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F01280-EE95-1DB8-F6E9-76F1933B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5546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1E159-BECD-96A1-24C1-DB6B7379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D501A7-112C-51F7-F8FF-D5BB68AD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9EB14D-11F9-CB14-A67F-F6CA7DCF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65EAF0-298A-2F6F-3236-3570FA28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77683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35BF78-7E9F-EC0A-394A-EC4EA478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D88C61-DBCB-7A75-1FE9-9C68BFBC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E1E5FB-E5A8-FABC-8F80-B1164011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7502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77BB4-5FE3-387E-52D1-30BDADAA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2FC6EF-CB02-BD79-A4E9-4613D8D17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A7490A-5694-CEDE-29B0-3AB4A8C81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B5B142-C6E4-7280-8D02-596A8979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F4565C-5BAF-B5F5-0B36-4D27F058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4D4524-6C2D-3934-351D-45BF7163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2975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12253-8031-1D0D-3FB3-84B1C284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1A0AD-DF15-84EF-6250-72DE01465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2454C8-FE48-3FD0-6743-7517CEBBA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C6E029-0F6F-70E9-F489-17AC16C6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08A91F-B612-4EF0-95E0-9DD56DA8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CF5613-9DC6-BAEB-F313-DFFAE691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1473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A26DD-91FD-3A74-5C14-21425610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C52AB1-484E-05B4-F1B7-9356C0489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E29CE1-D362-C6C4-9933-70D1D323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4F3B69-EEB2-4140-F2B7-535D43353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7690F2-BAE7-FC69-896F-92A3DD4B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5575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C41CA4-FF7A-239E-546B-56F05F1A5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A57D-145D-411C-7B37-2C5689334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7DB568-FCA6-3896-D6C6-734A2378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B7538-843C-21F3-B48B-563190FC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8A82F-B8FB-AE15-B3D7-E097CAE7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1800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58F4A7-62DA-2C14-8E80-A2A45AC7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9D1EC1-104D-E8A5-5C08-A4FA42596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3C72F-3606-4316-E599-A9B17FBA5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A2BFC-48E5-496F-8226-75A10A6E18AD}" type="datetimeFigureOut">
              <a:rPr lang="es-GT" smtClean="0"/>
              <a:t>8/03/2026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2998FC-C2E5-F312-29CA-878761B0C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4A0B5-BC54-BFBD-5CC2-78B249DB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01BDC-9DAF-4521-A1E9-94AA11DCB2D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646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2.xml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80B32-8C1F-06D9-5B33-8EED9158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ISOMETRICOS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BD7C24-9CC0-7823-10D7-AECC4A7D4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BD6AE1-9201-C923-DFA9-380A7A7E2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345" y="1786426"/>
            <a:ext cx="7761295" cy="470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1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17637-C18F-5394-04EC-0F98C3E9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455D18-DDC2-146B-2A1D-D49A0CF82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2113B4-2BEE-6648-68F0-72FC6E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68" y="1027906"/>
            <a:ext cx="5556939" cy="45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3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FFA67-BC52-7EC5-B4EC-951CB1CA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FFDF5-9780-71A5-C74F-B2F69EDC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907336-7C74-3816-40E6-58F9669CE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07" y="971207"/>
            <a:ext cx="4915586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55E22-8D99-E7C2-D6D7-1710550E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PARA IR CAMBIANDO DE ISOPLANO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C5C7A2-51D3-3B92-94C1-23CE1DEF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PRESIONAR F5 O CONTROL MAS E</a:t>
            </a:r>
          </a:p>
        </p:txBody>
      </p:sp>
    </p:spTree>
    <p:extLst>
      <p:ext uri="{BB962C8B-B14F-4D97-AF65-F5344CB8AC3E}">
        <p14:creationId xmlns:p14="http://schemas.microsoft.com/office/powerpoint/2010/main" val="39015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3B8BE-2BE6-20E3-A92A-30D1A2453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90E91-4CE2-B5CB-124E-FDDB3737D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F47660-571B-9609-7B76-2F4E9F1F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178" y="290207"/>
            <a:ext cx="5467338" cy="65677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BEB75BD9-CAEF-5BBF-79DE-98F19EFFCDDA}"/>
                  </a:ext>
                </a:extLst>
              </p14:cNvPr>
              <p14:cNvContentPartPr/>
              <p14:nvPr/>
            </p14:nvContentPartPr>
            <p14:xfrm>
              <a:off x="3811874" y="5688028"/>
              <a:ext cx="846360" cy="5148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BEB75BD9-CAEF-5BBF-79DE-98F19EFFCD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7874" y="5580028"/>
                <a:ext cx="954000" cy="7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BBB72D44-4A2E-8A6E-E14D-C06678027232}"/>
                  </a:ext>
                </a:extLst>
              </p14:cNvPr>
              <p14:cNvContentPartPr/>
              <p14:nvPr/>
            </p14:nvContentPartPr>
            <p14:xfrm>
              <a:off x="4177634" y="2783188"/>
              <a:ext cx="3019680" cy="1569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BBB72D44-4A2E-8A6E-E14D-C066780272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23634" y="2675548"/>
                <a:ext cx="3127320" cy="37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546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EB79D-E3B5-0246-8EE4-812FE84A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ELIPSE ELI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19F86B-E6CF-0ABE-5212-AB8FDEEEA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5E8EDF-F0BC-F96C-78F4-A45EB85A2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87" y="1480865"/>
            <a:ext cx="3591426" cy="38962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26B9F5B-2D4F-E664-4B93-D7A6030E5098}"/>
                  </a:ext>
                </a:extLst>
              </p14:cNvPr>
              <p14:cNvContentPartPr/>
              <p14:nvPr/>
            </p14:nvContentPartPr>
            <p14:xfrm>
              <a:off x="5556074" y="3088828"/>
              <a:ext cx="6120" cy="61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26B9F5B-2D4F-E664-4B93-D7A6030E5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2434" y="2981188"/>
                <a:ext cx="1137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EB901EE7-E038-5DF9-E646-291C392A3BAA}"/>
                  </a:ext>
                </a:extLst>
              </p14:cNvPr>
              <p14:cNvContentPartPr/>
              <p14:nvPr/>
            </p14:nvContentPartPr>
            <p14:xfrm>
              <a:off x="6035234" y="4496788"/>
              <a:ext cx="1135800" cy="35640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EB901EE7-E038-5DF9-E646-291C392A3B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81234" y="4389148"/>
                <a:ext cx="1243440" cy="57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991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48BD4-3B7D-FB52-BA90-B5A39B40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1833A3-388D-7CCD-D93E-DC87CD060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04447E-69B4-F986-E5BF-767AE9AE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1561839"/>
            <a:ext cx="5487166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8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44815-1B42-7601-60D4-DE4879D5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53E79-FA97-9938-89C5-95E566E9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83B22B-D768-ABBA-5163-37FC33F6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1523734"/>
            <a:ext cx="837364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55902-A94E-8011-9BA2-23D57DC5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A9286F-38EA-2F25-4DD8-82784D450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390978-1A1E-BE0F-0799-76E87D69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628" y="1638050"/>
            <a:ext cx="4972744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9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3FF56-C036-B185-F9B1-A6F86C57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5E98E0-9D67-1ED3-9705-3113C4A0B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19270B-C04F-D5F8-4758-BEF4043B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049" y="1571366"/>
            <a:ext cx="5029902" cy="37152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64EAB33D-33D3-4A79-AE07-F04D9869A5AF}"/>
                  </a:ext>
                </a:extLst>
              </p14:cNvPr>
              <p14:cNvContentPartPr/>
              <p14:nvPr/>
            </p14:nvContentPartPr>
            <p14:xfrm>
              <a:off x="7694834" y="3106828"/>
              <a:ext cx="1197000" cy="446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64EAB33D-33D3-4A79-AE07-F04D9869A5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0834" y="2998828"/>
                <a:ext cx="1304640" cy="26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9688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5753C-D41E-8968-58B8-B2A9A9A7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C0CFCD-3A89-EB3F-C0E3-7476D10CE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169" y="679539"/>
            <a:ext cx="6680679" cy="61784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F902668-E40D-804C-E258-C94810938B18}"/>
                  </a:ext>
                </a:extLst>
              </p14:cNvPr>
              <p14:cNvContentPartPr/>
              <p14:nvPr/>
            </p14:nvContentPartPr>
            <p14:xfrm>
              <a:off x="7445714" y="4286908"/>
              <a:ext cx="1087200" cy="3672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F902668-E40D-804C-E258-C94810938B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2074" y="4178908"/>
                <a:ext cx="1194840" cy="5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8639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E0BF1-738C-2A36-4F99-8C7879B5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DCFB36-4923-248C-A6A6-BE947F1D3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98E3C0-FFCA-2A76-6738-105C3826A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80" y="1542787"/>
            <a:ext cx="5658640" cy="37724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F05C079-33C0-6FE4-14E1-6C3FEEE45464}"/>
                  </a:ext>
                </a:extLst>
              </p14:cNvPr>
              <p14:cNvContentPartPr/>
              <p14:nvPr/>
            </p14:nvContentPartPr>
            <p14:xfrm>
              <a:off x="7582154" y="2362348"/>
              <a:ext cx="879120" cy="572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F05C079-33C0-6FE4-14E1-6C3FEEE454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8154" y="2254708"/>
                <a:ext cx="986760" cy="2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122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75846-494C-DD9B-A708-5846B525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05B577-ABC9-C2AA-D007-F27C6740D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6E1ED8-23A4-D89D-CE0F-53C22A411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51" y="2362051"/>
            <a:ext cx="2495898" cy="21338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7329A46-D27B-3B4F-E3AB-4BBE46846C64}"/>
                  </a:ext>
                </a:extLst>
              </p14:cNvPr>
              <p14:cNvContentPartPr/>
              <p14:nvPr/>
            </p14:nvContentPartPr>
            <p14:xfrm>
              <a:off x="5626274" y="3587068"/>
              <a:ext cx="122724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7329A46-D27B-3B4F-E3AB-4BBE46846C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2634" y="3479068"/>
                <a:ext cx="13348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873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CEC63-C362-E0E2-9885-1EF23090D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2F2C0D-BBBB-92F6-C4D6-0DD401F26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FFCF5EA-F789-E398-B7D0-6E04E7ECE807}"/>
                  </a:ext>
                </a:extLst>
              </p14:cNvPr>
              <p14:cNvContentPartPr/>
              <p14:nvPr/>
            </p14:nvContentPartPr>
            <p14:xfrm>
              <a:off x="3474194" y="899668"/>
              <a:ext cx="612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FFCF5EA-F789-E398-B7D0-6E04E7ECE8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0194" y="792028"/>
                <a:ext cx="11376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2227AC76-95FC-C0DA-4A11-7F65E1F7E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798" y="1378865"/>
            <a:ext cx="3645614" cy="479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8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B8C13-BCAE-5183-3795-F8D10CD3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7C5E91-8A4F-393E-D920-2ED0EB043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49AC76-8A78-3D25-86B6-2A89C008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517" y="1137612"/>
            <a:ext cx="4957071" cy="26606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14428C3-626D-CB81-4444-DD080907685D}"/>
                  </a:ext>
                </a:extLst>
              </p14:cNvPr>
              <p14:cNvContentPartPr/>
              <p14:nvPr/>
            </p14:nvContentPartPr>
            <p14:xfrm>
              <a:off x="4445114" y="2331748"/>
              <a:ext cx="1806120" cy="468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14428C3-626D-CB81-4444-DD08090768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1114" y="2223748"/>
                <a:ext cx="1913760" cy="2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274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396CE-FF22-552E-A112-77892D23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5538DB-1096-9B1C-7B91-2B285E93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REORIENTAR LA COTA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0A566E-C28C-D8AD-48A9-F890F6F8D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308" y="-61240"/>
            <a:ext cx="6468378" cy="65541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467BB0E-371B-785F-4BFF-2FFA92A544B0}"/>
                  </a:ext>
                </a:extLst>
              </p14:cNvPr>
              <p14:cNvContentPartPr/>
              <p14:nvPr/>
            </p14:nvContentPartPr>
            <p14:xfrm>
              <a:off x="3868034" y="1305388"/>
              <a:ext cx="282600" cy="853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467BB0E-371B-785F-4BFF-2FFA92A544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4394" y="1197748"/>
                <a:ext cx="3902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A12C2EE-9467-F1AE-5A4B-5F0E521769AF}"/>
                  </a:ext>
                </a:extLst>
              </p14:cNvPr>
              <p14:cNvContentPartPr/>
              <p14:nvPr/>
            </p14:nvContentPartPr>
            <p14:xfrm>
              <a:off x="4923554" y="1444708"/>
              <a:ext cx="491760" cy="1731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A12C2EE-9467-F1AE-5A4B-5F0E521769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9554" y="1336708"/>
                <a:ext cx="5994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3DC43498-40B7-8C69-E838-C022B92FDBD1}"/>
                  </a:ext>
                </a:extLst>
              </p14:cNvPr>
              <p14:cNvContentPartPr/>
              <p14:nvPr/>
            </p14:nvContentPartPr>
            <p14:xfrm>
              <a:off x="1772114" y="2433268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3DC43498-40B7-8C69-E838-C022B92FDB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18474" y="23252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6593D99B-391E-AC15-58B8-4A9958B68DF8}"/>
                  </a:ext>
                </a:extLst>
              </p14:cNvPr>
              <p14:cNvContentPartPr/>
              <p14:nvPr/>
            </p14:nvContentPartPr>
            <p14:xfrm>
              <a:off x="1870394" y="2104228"/>
              <a:ext cx="360" cy="612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6593D99B-391E-AC15-58B8-4A9958B68D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6754" y="1996228"/>
                <a:ext cx="108000" cy="2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780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6011B-7B0D-A23D-27CF-F4755595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SELECCINAMOS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4DC5E-3FF2-FE63-BA30-1568D2FE3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2A21AA-9084-7649-72B9-D4125EAE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95" y="1027906"/>
            <a:ext cx="68501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43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D329-2C9B-4AF7-81E1-C81A103B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BC5619-E398-A106-CAB0-0E542856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00994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904C2-7884-71BD-C277-745484C0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411F37-049F-2266-D169-8934AD528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94254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1F22C-2E77-8A8F-8D3B-F3A8BA11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01D39-4DE3-B70B-E141-74ADB4EB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04361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87622-1ACC-CE15-1731-135392BA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BA70A9-E0E8-1541-C98D-C10006E5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16266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0F639-4443-0751-0859-FC288219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01D12-0E80-F7C3-1E8F-CE4DA45CF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22722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F086D-A9D5-5B7B-59E4-7BAFFABB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530EB5-A72F-0D66-1A7A-F46FB1FA5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24716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67C6F-280C-93DA-14B8-EEE71F28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A76497-668D-8194-593A-ED43790F3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70729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990E1-45E1-C591-AB83-C84E3F93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66D3F-774C-518A-AD99-BBEE308F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46200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792CA-0813-B75F-4638-414A937D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495CBF-259B-4E9F-0052-5F79B7B3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54852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E0153-7A0E-E416-AC95-556C3AAC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66B381-7344-B002-A057-04DC12E05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201703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18</Words>
  <Application>Microsoft Office PowerPoint</Application>
  <PresentationFormat>Panorámica</PresentationFormat>
  <Paragraphs>6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Tema de Office</vt:lpstr>
      <vt:lpstr>ISOMETRICOS </vt:lpstr>
      <vt:lpstr>Presentación de PowerPoint</vt:lpstr>
      <vt:lpstr>Presentación de PowerPoint</vt:lpstr>
      <vt:lpstr>PARA IR CAMBIANDO DE ISOPLANO </vt:lpstr>
      <vt:lpstr>Presentación de PowerPoint</vt:lpstr>
      <vt:lpstr>ELIPSE ELI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SELECCINAMOS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2026-03-02T23:32:06Z</dcterms:created>
  <dcterms:modified xsi:type="dcterms:W3CDTF">2026-03-08T23:32:23Z</dcterms:modified>
</cp:coreProperties>
</file>