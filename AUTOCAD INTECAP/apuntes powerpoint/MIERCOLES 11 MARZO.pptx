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23:32:59.35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0,'14'7,"43"15,73 18,100 34,144 39,141 19,149 1,95-15,64-28,19-30,-48-24,-99-26,-134-27,-136-18,-134-9,-123 3,-89 1,-59 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23:33:00.26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4468 0,'-15'1,"-1"0,0 1,1 1,-1 1,1 0,0 1,-18 8,-103 58,21-9,-24-4,-2-6,-183 41,118-49,-215 17,-216-22,4-33,624-6,-1402-10,1382 9,35 1,61 0,-67 0,1744 0,-2423-16,206 1,257 13,-272-12,408 5,74 4,21 1,97-6,159 6,-167 6,1-4,138-21,-167 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23:33:39.8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23:42:29.77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4183 974,'0'1,"-1"-1,1 0,-1 0,1 0,-1 0,1 0,-1 0,1-1,-1 1,1 0,-1 0,1 0,-1 0,1 0,0-1,-1 1,1 0,-1 0,1-1,0 1,-1 0,1-1,0 1,-1-1,1 1,0 0,-1-1,1 1,0-1,0 1,-1 0,1-1,0 1,0-1,0 1,0-1,0 1,0-1,0 1,0-1,0 1,0-1,0 1,0-1,0 1,0-1,0 1,0-1,1 1,-1-1,0 1,0 0,0-1,1 1,-1-1,0 1,1-1,19-27,-5 15,0 0,1 2,0 0,0 0,1 2,1 0,-1 1,1 1,1 0,19-4,56-12,0 4,168-13,95 8,1819-2,-2026 27,6 1,135-2,-274-1,1 0,-1-1,27-6,-44 8,1 0,-1 0,1 0,-1 0,1 0,-1 0,1 0,0 0,-1 0,1 0,-1 0,1 0,-1-1,1 1,-1 0,1 0,-1-1,1 1,-1 0,1-1,-1 1,0-1,1 1,-1 0,1-1,-1 1,0-1,0 1,1-1,-1 1,0-1,0 1,1-1,-1 0,0 1,0-1,0 1,0-1,0 1,0-1,0 1,0-1,0 0,0 1,0-1,0 1,-1-1,1 1,0-1,0 1,-1-1,1 1,0-1,0 1,-1-1,1 1,-1-1,1 1,0 0,-1-1,1 1,-1 0,1-1,-1 1,1 0,-1 0,0-1,-13-7,0 0,-1 1,0 0,-22-6,-356-94,-21 33,-763-67,-11 59,129 11,-1027 0,709 19,1233 43,16 3,127 5,1 1,-1 0,1 0,-1-1,0 1,1 0,-1 0,0 0,1 0,-1 0,0 0,1 0,-1 0,1 0,-1 0,0 0,1 0,-1 1,0-1,1 0,-1 0,1 1,-1-1,1 0,-1 1,0-1,1 0,-1 1,0 0,23 11,84 20,203 45,149 31,2023 336,-1445-367,-973-78,0-3,0-3,-1-2,68-20,-53 12,0 4,128-6,159 18,-218 3,31 0,-116-1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23:53:36.6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23:53:37.4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90D137-BDD6-350C-A625-BEC9282BE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B2C28F8-76CF-CBB1-8049-CC91354177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F1D4B0-CADC-A63B-47BB-D7FB785DA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1C0F-2B90-4578-83F3-122D991A697D}" type="datetimeFigureOut">
              <a:rPr lang="es-GT" smtClean="0"/>
              <a:t>18/03/2026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9488C1-1024-EF50-ABB8-6E05F3AD5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33D73D-9822-A764-180B-DE584076E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ACA09-3706-40F9-A429-ADC479F40B6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4465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DCC08A-E24B-0F26-C62E-8D829BA8A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CAA972-0CA6-B524-3F34-2457E2AB4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F570C8-9D75-E990-0E19-9C8CB8263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1C0F-2B90-4578-83F3-122D991A697D}" type="datetimeFigureOut">
              <a:rPr lang="es-GT" smtClean="0"/>
              <a:t>18/03/2026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7F6194-BB75-FA40-C90A-755F9E6D7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0A95CF-8ABB-C23A-D80F-90969EC0D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ACA09-3706-40F9-A429-ADC479F40B6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779823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D47D28-C4DA-A72E-9DA5-8A4E80DCC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6A32BC7-5BB5-B0F7-8290-3389406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2537E4-DEBB-CC4D-E088-26AD108A1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1C0F-2B90-4578-83F3-122D991A697D}" type="datetimeFigureOut">
              <a:rPr lang="es-GT" smtClean="0"/>
              <a:t>18/03/2026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F23F37-5C8B-C50D-1E07-8510F91DC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15B2AF-7D31-E347-71CC-A79D67E94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ACA09-3706-40F9-A429-ADC479F40B6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003306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101C3D-4094-4955-87F5-8110B0FFA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4580A9-9FA4-63BD-36FB-263D26EA83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E60F020-0E16-6C89-9E34-A58FA1431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03C937E-8832-83FD-2E96-BC3A7CF9D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1C0F-2B90-4578-83F3-122D991A697D}" type="datetimeFigureOut">
              <a:rPr lang="es-GT" smtClean="0"/>
              <a:t>18/03/2026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1BD7969-1DA7-06CE-90D0-2A46DAFD8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2E57525-046B-D8B4-06A1-EF965956C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ACA09-3706-40F9-A429-ADC479F40B6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366684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9B13B0-399B-49F9-A96E-F9A35BFC2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E4E1CDF-D40C-FC81-4890-9CC284FB8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4A142F2-9C37-1B45-3223-89E5C5EBF1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3D7FAA3-5AE6-32CE-AA74-AE0E590F0C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1E8C291-8FAB-0197-F50E-56A5BCCF94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A4FD1CF-61F6-2945-E535-EF43C75D6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1C0F-2B90-4578-83F3-122D991A697D}" type="datetimeFigureOut">
              <a:rPr lang="es-GT" smtClean="0"/>
              <a:t>18/03/2026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633AF57-6687-C538-C2EF-E679E7914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BC232F2-E015-C0C7-5746-2229A7AB5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ACA09-3706-40F9-A429-ADC479F40B6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538020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611F1-1A83-0E5F-1942-CEFEB073D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BE237C8-D818-D8B3-7158-049AC3D74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1C0F-2B90-4578-83F3-122D991A697D}" type="datetimeFigureOut">
              <a:rPr lang="es-GT" smtClean="0"/>
              <a:t>18/03/2026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32318D8-9B4E-F33D-FCE5-E650CCA55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E2D5F01-A93D-DF90-BFBC-02DBAEE92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ACA09-3706-40F9-A429-ADC479F40B6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838458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DB1B42E-6A4F-5648-8FF2-8BF74430E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1C0F-2B90-4578-83F3-122D991A697D}" type="datetimeFigureOut">
              <a:rPr lang="es-GT" smtClean="0"/>
              <a:t>18/03/2026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EB9E7B1-47CB-2327-61CB-4FAFE731A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AFDD0CD-459D-5F56-9ABB-C14DE9EAA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ACA09-3706-40F9-A429-ADC479F40B6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953747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00150C-AB35-4C16-463B-2A4E22704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D7303F-F3B9-F5DD-5048-EA11470F4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0B2F265-65E7-5695-712E-D2B743D539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835FFC-B67B-6F3C-783E-C112295BC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1C0F-2B90-4578-83F3-122D991A697D}" type="datetimeFigureOut">
              <a:rPr lang="es-GT" smtClean="0"/>
              <a:t>18/03/2026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A0761AA-86E4-CDA7-903E-B1456DAE1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FE1FAB-E0EC-629C-684D-61B710E64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ACA09-3706-40F9-A429-ADC479F40B6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785348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D5C15F-BA54-2F29-68AE-73D30EE60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0FCEC57-5207-7080-ECD8-FA5D8B5DCD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96F55D4-06FB-847C-D647-3C200EE87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831FC3-DA6C-D1C4-B40B-625BA804A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1C0F-2B90-4578-83F3-122D991A697D}" type="datetimeFigureOut">
              <a:rPr lang="es-GT" smtClean="0"/>
              <a:t>18/03/2026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4EAF6E2-F09A-4302-B96B-5DE38D14B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4036781-D5F2-84DB-3F98-BCD119916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ACA09-3706-40F9-A429-ADC479F40B6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760447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38F56-1FAE-7CB3-5614-555E28C09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F607488-B553-A034-706D-34EB2765D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8141CE-50BC-D636-1850-5D7C8C023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1C0F-2B90-4578-83F3-122D991A697D}" type="datetimeFigureOut">
              <a:rPr lang="es-GT" smtClean="0"/>
              <a:t>18/03/2026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E44A14-6D45-3D0A-BA13-47C0BA71B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28860A-3383-EE92-24CF-363B7B187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ACA09-3706-40F9-A429-ADC479F40B6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581876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448EF8B-A941-FA08-2338-1FBD2791DB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A33B55D-7C64-465D-0941-12C9FECCAC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0832C5-6BCF-1E09-2171-B90AC2CD6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1C0F-2B90-4578-83F3-122D991A697D}" type="datetimeFigureOut">
              <a:rPr lang="es-GT" smtClean="0"/>
              <a:t>18/03/2026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B74222-50C6-2B7C-C0ED-051B7E4BD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F609B5-97DE-98F9-78E3-60D6E2D8C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ACA09-3706-40F9-A429-ADC479F40B6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318642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9F1513B-295A-38FC-4497-DEF825B7B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76EDD38-C45E-B440-80A7-F221B4BF2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8CE4BD-A129-B23F-FEE2-3E5F11246E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A11C0F-2B90-4578-83F3-122D991A697D}" type="datetimeFigureOut">
              <a:rPr lang="es-GT" smtClean="0"/>
              <a:t>18/03/2026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BA346B-500E-C071-D8CF-F48ED92B93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D673CE-F810-BAA4-57BE-5C92D8495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2ACA09-3706-40F9-A429-ADC479F40B6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12346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6.xml"/><Relationship Id="rId4" Type="http://schemas.openxmlformats.org/officeDocument/2006/relationships/customXml" Target="../ink/ink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365455C-BE15-9C0B-7792-7C5F693C4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61880A0-1C31-55EF-2E91-0AC5E9853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838" y="1590418"/>
            <a:ext cx="4820323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343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FB808B-AD32-A41F-8C9D-D61C2A7F1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C42A69F-7721-12A7-7D9B-58F973B5B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996" y="1661866"/>
            <a:ext cx="5068007" cy="353426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42D24588-9A18-8FB8-06D0-4263009E6DE5}"/>
                  </a:ext>
                </a:extLst>
              </p14:cNvPr>
              <p14:cNvContentPartPr/>
              <p14:nvPr/>
            </p14:nvContentPartPr>
            <p14:xfrm>
              <a:off x="6991394" y="2953828"/>
              <a:ext cx="2679120" cy="30096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42D24588-9A18-8FB8-06D0-4263009E6DE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37394" y="2845828"/>
                <a:ext cx="2786760" cy="51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40B53414-0F77-E808-F8BD-F1E34CA6DCF5}"/>
                  </a:ext>
                </a:extLst>
              </p14:cNvPr>
              <p14:cNvContentPartPr/>
              <p14:nvPr/>
            </p14:nvContentPartPr>
            <p14:xfrm>
              <a:off x="6958274" y="2813428"/>
              <a:ext cx="1608840" cy="18720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40B53414-0F77-E808-F8BD-F1E34CA6DCF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04634" y="2705428"/>
                <a:ext cx="1716480" cy="40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0179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E8AB8B-B1FD-C832-9B60-68F3C2C81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6215C100-09C4-56E7-3F85-4C29ED2A52A6}"/>
                  </a:ext>
                </a:extLst>
              </p14:cNvPr>
              <p14:cNvContentPartPr/>
              <p14:nvPr/>
            </p14:nvContentPartPr>
            <p14:xfrm>
              <a:off x="2194394" y="4093228"/>
              <a:ext cx="360" cy="36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6215C100-09C4-56E7-3F85-4C29ED2A52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40394" y="3985228"/>
                <a:ext cx="108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Imagen 4">
            <a:extLst>
              <a:ext uri="{FF2B5EF4-FFF2-40B4-BE49-F238E27FC236}">
                <a16:creationId xmlns:a16="http://schemas.microsoft.com/office/drawing/2014/main" id="{A6DDD16E-E699-53CC-23DB-C6FAC7FA78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727" y="365125"/>
            <a:ext cx="7720622" cy="5136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903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DD58F6-A9D0-CF58-D82A-54F0B62A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VALORES DE LA CAPA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D077C01-AB35-A9AA-A6A0-48BC2693C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622" y="1198318"/>
            <a:ext cx="4760511" cy="757460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CBBCDE2B-921F-AF97-BC0D-386BF7277215}"/>
                  </a:ext>
                </a:extLst>
              </p14:cNvPr>
              <p14:cNvContentPartPr/>
              <p14:nvPr/>
            </p14:nvContentPartPr>
            <p14:xfrm>
              <a:off x="1785434" y="2800218"/>
              <a:ext cx="2912400" cy="35100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CBBCDE2B-921F-AF97-BC0D-386BF727721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31434" y="2692578"/>
                <a:ext cx="3020040" cy="56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4238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25B2A4-A992-B38A-0318-C07256F5A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050690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95968D-2DE5-76CF-488F-30BDBA7D9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18 MARZO</a:t>
            </a:r>
            <a:br>
              <a:rPr lang="es-GT" dirty="0"/>
            </a:br>
            <a:endParaRPr lang="es-GT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23F8468B-04A9-B34C-B467-9A5CD54013D3}"/>
                  </a:ext>
                </a:extLst>
              </p14:cNvPr>
              <p14:cNvContentPartPr/>
              <p14:nvPr/>
            </p14:nvContentPartPr>
            <p14:xfrm>
              <a:off x="2813234" y="927748"/>
              <a:ext cx="360" cy="36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23F8468B-04A9-B34C-B467-9A5CD54013D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59594" y="82010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A3D9BE6D-D83F-56F1-0DB6-004F736FDE49}"/>
                  </a:ext>
                </a:extLst>
              </p14:cNvPr>
              <p14:cNvContentPartPr/>
              <p14:nvPr/>
            </p14:nvContentPartPr>
            <p14:xfrm>
              <a:off x="6555434" y="1026388"/>
              <a:ext cx="360" cy="36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A3D9BE6D-D83F-56F1-0DB6-004F736FDE4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01434" y="918388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710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CD9594-8555-CBB6-09BB-0C5D7E54F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MLEDIT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137657E-FB14-1FF0-F486-4D76A998B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562" y="1752600"/>
            <a:ext cx="3190875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716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264FE-5AE8-8E1A-C585-3DE41EE16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877" y="1377999"/>
            <a:ext cx="10515600" cy="3376881"/>
          </a:xfrm>
        </p:spPr>
        <p:txBody>
          <a:bodyPr>
            <a:normAutofit fontScale="90000"/>
          </a:bodyPr>
          <a:lstStyle/>
          <a:p>
            <a:r>
              <a:rPr lang="es-GT" dirty="0"/>
              <a:t>SHIFT CLIC DERECHO DE SNAPS MENU</a:t>
            </a:r>
            <a:br>
              <a:rPr lang="es-GT" dirty="0"/>
            </a:br>
            <a:br>
              <a:rPr lang="es-GT" dirty="0"/>
            </a:br>
            <a:r>
              <a:rPr lang="es-GT" dirty="0"/>
              <a:t>MLINE</a:t>
            </a:r>
            <a:br>
              <a:rPr lang="es-GT" dirty="0"/>
            </a:br>
            <a:r>
              <a:rPr lang="es-GT" dirty="0"/>
              <a:t>MLSTYLE</a:t>
            </a:r>
            <a:br>
              <a:rPr lang="es-GT" dirty="0"/>
            </a:br>
            <a:br>
              <a:rPr lang="es-GT" dirty="0"/>
            </a:br>
            <a:br>
              <a:rPr lang="es-GT" dirty="0"/>
            </a:b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474948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9D01E9-1E43-2FA6-8747-D6454B168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14140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4E8933-843E-6646-58F2-1F46017ED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24559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9181BC-8D15-F36B-EC64-38451AA88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86348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E67901-3950-E941-B003-81DA008BE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299420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5A4800-0ECF-AFDD-E6F5-0FA57547F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824897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D802AC-7579-92DB-B07B-FB2ACD1CE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2968959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26E4C2-EC86-C774-D3B5-43059C078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067574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951C3C-7E2F-7E17-D84C-38E454B6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8950600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Panorámica</PresentationFormat>
  <Paragraphs>4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VALORES DE LA CAPA </vt:lpstr>
      <vt:lpstr>Presentación de PowerPoint</vt:lpstr>
      <vt:lpstr>18 MARZO </vt:lpstr>
      <vt:lpstr>MLEDIT</vt:lpstr>
      <vt:lpstr>SHIFT CLIC DERECHO DE SNAPS MENU  MLINE MLSTYLE  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Carreto</dc:creator>
  <cp:lastModifiedBy>Ivan Carreto</cp:lastModifiedBy>
  <cp:revision>1</cp:revision>
  <dcterms:created xsi:type="dcterms:W3CDTF">2026-03-19T01:10:04Z</dcterms:created>
  <dcterms:modified xsi:type="dcterms:W3CDTF">2026-03-19T01:10:23Z</dcterms:modified>
</cp:coreProperties>
</file>