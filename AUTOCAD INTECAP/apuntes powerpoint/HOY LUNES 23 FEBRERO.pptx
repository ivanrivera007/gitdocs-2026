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49:41.4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31,'0'-2,"1"1,-1 0,0 0,1 0,-1 0,1-1,-1 1,1 0,0 0,-1 0,1 0,0 0,0 0,-1 1,1-1,0 0,0 0,0 0,0 1,0-1,0 1,0-1,1 1,-1-1,0 1,0-1,3 1,36-6,-12 6,-1 2,1 1,0 1,-1 1,0 1,27 11,-21-7,180 50,930 240,-541-184,1098 68,-1695-184,106 6,160-13,-252 5,0-1,34-10,-51 13,0-1,0 1,0-1,0 0,0 1,0-1,0 0,-1 0,1 0,0 0,-1-1,1 1,0 0,-1-1,0 1,1-1,-1 1,0-1,0 1,0-1,0 0,1-2,-2 3,0-1,0 0,-1 1,1-1,0 0,-1 1,0-1,1 1,-1-1,0 1,1-1,-1 1,0-1,0 1,0 0,0-1,-1 1,1 0,-3-2,-6-5,-1 0,0 1,0 0,-22-8,-26-8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49:42.2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1,'26'0,"63"0,75 7,83 21,73 7,62 4,32 8,-2-3,-16-10,-50-10,-71-10,-81-6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49:42.8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41,'0'-7,"6"-1,17-1,16 3,29 1,36 2,67 1,70 2,61 0,33 0,-2 0,-24 1,-57-1,-72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50:07.7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16,'7'0,"2"-6,0-3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4T00:50:25.6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1215 387,'11'0,"1"1,-1 0,0 1,0 1,1 0,-2 0,1 1,0 0,17 10,1 4,51 41,-4-2,-36-31,1-1,0-2,2-2,0-2,1-2,1-2,1-2,0-2,83 9,-77-15,1-3,0-2,0-2,-1-2,1-3,-1-2,63-20,-99 22,-1 0,0-1,0-1,-1 0,0-1,0-1,-1 0,19-22,-17 18,0 0,1 1,0 1,37-22,-33 26,1 1,1 0,-1 1,1 2,1 0,-1 1,34-1,165 10,-74 2,-134-7,7 1,0-1,-1-1,1 0,0-1,-1-1,1-1,-1-1,30-12,68-27,-158 38,-913-45,-978-205,1373 197,411 47,79 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2FDED-0FCE-0391-F072-E17D7EE59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46B55-935D-B033-C620-3F1589241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10799-BD5F-C985-3E69-0B453689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2CDC2F-F6D4-FEC4-BBF7-34E657EB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4CEE26-6A74-7B0D-8773-49665CF0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6903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D08E6-D403-2DBC-BA7C-9E2EB8A87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DB3DEA-EA55-B799-FE5E-D68030551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A00F3-D1E9-80B9-84F4-4AC2B399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21172B-88C5-5662-141A-77453B30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C66E4-5FF1-B830-32F0-A79CABA2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9993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0C664-0894-393F-E58B-36C2B443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556BCA-EA10-F747-44A8-602F53F28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C6B95F-C3D5-52D5-466E-99108C0A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8DAD4C-B5E0-8125-7124-0A68E174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037D71-1A87-C378-BBE3-9F5316A75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333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C415-9285-241B-D9B1-68DB36B2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E711A-F321-02E6-576A-344079E54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940DA2-644A-0C64-03FD-55DEFB59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2DC1CA-734B-3944-947E-6D938882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F57C70-7D73-A376-9FFF-5849DFED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3484B5-68C9-BD92-56E2-5D70DFD7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6973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80F82-2023-6646-8E97-EB8FD4C9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EB8822-81C7-D8AD-529D-1ED5BDCAF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37A354-4914-0CAE-4C1E-41D6D9EBF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9E374B-B6AA-BD94-CEEF-C52F7F096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5D1A4C-159F-D752-24EF-DF8299CE5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BC2FFC-8049-8589-0B46-02FAD8D0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7DE1C3-4C9B-87CC-5D7D-F0406D47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EBA684-A0F8-7288-6B77-3478F3E5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14059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536BC-EAA5-B7F5-1E9A-96BE1957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2A7542-F1C4-1223-72EC-3C7CFA3B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09E24A-1877-86F9-5648-31088A5F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0C47F9-E382-38D8-4153-A0F8E7D43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4424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67C3EF-239D-C195-487B-4E1B2EAE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CB01BA-0279-5E30-C908-C08435A6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C66E34-A62D-547D-05CD-BAD10548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3527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CB0B4-2B47-BB44-CF19-DC8F8C16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5DB42C-ED42-AC44-3F96-4CA551DAC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EDA848-82BF-A049-527E-7E92530B5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D4C4F9-4158-0B05-7EDD-8FF232B3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AF80D5-779F-4C71-90F6-9AC226E1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0BA247-7A19-C37F-36B9-277CBC32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0379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E7E06-3143-358F-6709-B69E2A7E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92BE8E-4E7F-E623-19FA-86F13E500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96BB2A-E76F-54A9-711E-71D50B4E7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0D19F5-1442-A6F4-98C9-A7F89AD83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536912-15DA-A5F7-7819-A748D704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92009A-EF14-2BAC-61F4-D9B6F7F1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4469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89461-1CB2-0617-6FF8-120C80B3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0C8306-E28F-A2B6-DCBB-EBFB49055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34D6BA-C7A9-F16C-0AE7-04200BA7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8ECFD8-1BA8-39AD-5495-ECC6244F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707397-1AD7-CA84-A2C4-7938335B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478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506A79-5914-AB3F-A922-DFD781A05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0870B9-C8A3-4121-F24A-AC3AEE883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CD6B73-4266-226D-8515-AA6D105A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F3372A-2D45-B7EA-0290-CA7D1A59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345A83-CAA9-AA2B-87CD-6C36E6CE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4357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4228FB-114D-FEA0-A3AC-55D15990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BC4E14-62B8-7E4A-D72D-31B7091A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F11973-CEF7-8BA6-0E96-D1B87FF7C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8EF9A-E37D-4F19-84BA-306F7EF309FA}" type="datetimeFigureOut">
              <a:rPr lang="es-GT" smtClean="0"/>
              <a:t>27/02/2026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CFBAA8-FF67-84D1-5A1A-C60781197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B5F1E-30E9-99F6-BB3B-A86A48BFD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5A6A3-BC8C-4920-A1FD-76A00B7E78FE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7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56D8BEC-B074-AC57-26A7-119D4FE8ABED}"/>
              </a:ext>
            </a:extLst>
          </p:cNvPr>
          <p:cNvSpPr/>
          <p:nvPr/>
        </p:nvSpPr>
        <p:spPr>
          <a:xfrm>
            <a:off x="2372006" y="2967335"/>
            <a:ext cx="74480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Hoy solamente polígonos </a:t>
            </a:r>
          </a:p>
        </p:txBody>
      </p:sp>
    </p:spTree>
    <p:extLst>
      <p:ext uri="{BB962C8B-B14F-4D97-AF65-F5344CB8AC3E}">
        <p14:creationId xmlns:p14="http://schemas.microsoft.com/office/powerpoint/2010/main" val="273114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E023D3-A381-3345-64B0-B86C8AA8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" y="0"/>
            <a:ext cx="10429875" cy="663892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E1C3D4C-D761-C6AC-8A08-B7D145FAEA74}"/>
              </a:ext>
            </a:extLst>
          </p:cNvPr>
          <p:cNvSpPr/>
          <p:nvPr/>
        </p:nvSpPr>
        <p:spPr>
          <a:xfrm>
            <a:off x="4778171" y="2137341"/>
            <a:ext cx="26356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Rumbos </a:t>
            </a:r>
          </a:p>
        </p:txBody>
      </p:sp>
    </p:spTree>
    <p:extLst>
      <p:ext uri="{BB962C8B-B14F-4D97-AF65-F5344CB8AC3E}">
        <p14:creationId xmlns:p14="http://schemas.microsoft.com/office/powerpoint/2010/main" val="429110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50CAFE-4B88-7B79-2996-9594B64F6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86" y="1224815"/>
            <a:ext cx="5658640" cy="526806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CD62D97-1659-B12D-18D1-6F2F30EA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Grados minutos y segundos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2239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6930F-6C64-15C8-ADA5-58294F91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CEAF07-B425-D91A-C970-D10EE34A2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99" y="357988"/>
            <a:ext cx="5252119" cy="650001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FDBF079-8DD1-439E-83B2-BB512683CB65}"/>
              </a:ext>
            </a:extLst>
          </p:cNvPr>
          <p:cNvSpPr/>
          <p:nvPr/>
        </p:nvSpPr>
        <p:spPr>
          <a:xfrm>
            <a:off x="2473667" y="2967335"/>
            <a:ext cx="7244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gire en norte franco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B7EE19C-0317-05D5-5711-20A510793DF8}"/>
                  </a:ext>
                </a:extLst>
              </p14:cNvPr>
              <p14:cNvContentPartPr/>
              <p14:nvPr/>
            </p14:nvContentPartPr>
            <p14:xfrm>
              <a:off x="4192034" y="2493028"/>
              <a:ext cx="1616760" cy="25704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B7EE19C-0317-05D5-5711-20A510793D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8034" y="2385388"/>
                <a:ext cx="17244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503E2C9-FC82-3683-6F9E-B63131D413FF}"/>
                  </a:ext>
                </a:extLst>
              </p14:cNvPr>
              <p14:cNvContentPartPr/>
              <p14:nvPr/>
            </p14:nvContentPartPr>
            <p14:xfrm>
              <a:off x="4458794" y="2151748"/>
              <a:ext cx="1175760" cy="1011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503E2C9-FC82-3683-6F9E-B63131D413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5154" y="2044108"/>
                <a:ext cx="12834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7C4B0B89-5E05-CBA6-1A0E-6651EA73DCE3}"/>
                  </a:ext>
                </a:extLst>
              </p14:cNvPr>
              <p14:cNvContentPartPr/>
              <p14:nvPr/>
            </p14:nvContentPartPr>
            <p14:xfrm>
              <a:off x="4458794" y="1616788"/>
              <a:ext cx="851040" cy="147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7C4B0B89-5E05-CBA6-1A0E-6651EA73DC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5154" y="1509148"/>
                <a:ext cx="958680" cy="2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832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F8022-F24D-3EFE-34F7-ED3AD61C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1B5B4C6E-3F17-DE7F-628D-3AD3AD17FB82}"/>
                  </a:ext>
                </a:extLst>
              </p14:cNvPr>
              <p14:cNvContentPartPr/>
              <p14:nvPr/>
            </p14:nvContentPartPr>
            <p14:xfrm>
              <a:off x="2517674" y="3313828"/>
              <a:ext cx="9000" cy="57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1B5B4C6E-3F17-DE7F-628D-3AD3AD17F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3674" y="3206188"/>
                <a:ext cx="116640" cy="2214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DD4E2F51-2B63-B36F-A282-F9850DB94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26" y="174554"/>
            <a:ext cx="8386095" cy="57760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F2E4284-BE30-90FB-3359-E1A46AB19241}"/>
                  </a:ext>
                </a:extLst>
              </p14:cNvPr>
              <p14:cNvContentPartPr/>
              <p14:nvPr/>
            </p14:nvContentPartPr>
            <p14:xfrm>
              <a:off x="5864594" y="1942588"/>
              <a:ext cx="1333440" cy="2714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F2E4284-BE30-90FB-3359-E1A46AB192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10594" y="1834948"/>
                <a:ext cx="1441080" cy="48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52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C3AC7-04B9-F5EE-8735-75982F19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47C702-D938-C419-EBD7-C18DC2D0B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53" y="1790260"/>
            <a:ext cx="10367747" cy="240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76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8759E-BD93-E9BD-2C52-195B2B46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GT" dirty="0"/>
              <a:t>En la </a:t>
            </a:r>
            <a:r>
              <a:rPr lang="es-GT" dirty="0" err="1"/>
              <a:t>polinea</a:t>
            </a:r>
            <a:r>
              <a:rPr lang="es-GT" dirty="0"/>
              <a:t> es donde se hace mas gruesa la línea, presionando w</a:t>
            </a:r>
            <a:br>
              <a:rPr lang="es-GT" dirty="0"/>
            </a:b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DE1E59-D90B-FB24-47B9-795530D66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128" y="2033392"/>
            <a:ext cx="5153744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35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28</Words>
  <Application>Microsoft Office PowerPoint</Application>
  <PresentationFormat>Panorámica</PresentationFormat>
  <Paragraphs>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Grados minutos y segundos </vt:lpstr>
      <vt:lpstr>Presentación de PowerPoint</vt:lpstr>
      <vt:lpstr>Presentación de PowerPoint</vt:lpstr>
      <vt:lpstr>Presentación de PowerPoint</vt:lpstr>
      <vt:lpstr>En la polinea es donde se hace mas gruesa la línea, presionando 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2</cp:revision>
  <dcterms:created xsi:type="dcterms:W3CDTF">2026-02-24T00:41:01Z</dcterms:created>
  <dcterms:modified xsi:type="dcterms:W3CDTF">2026-02-27T23:16:55Z</dcterms:modified>
</cp:coreProperties>
</file>