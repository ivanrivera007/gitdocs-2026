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2" r:id="rId2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5T00:47:15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1,'28'2,"-1"1,1 2,-1 0,0 2,27 11,15 3,138 24,-125-30,133 43,10 2,-29-9,-169-42,0 1,-1 1,0 2,46 30,-44-21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5T00:47:17.0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0,'2'0,"-1"1,1-1,-1 1,1-1,-1 1,1-1,-1 1,0 0,1 0,-1 0,0 0,1 0,-1 0,0 0,0 0,0 0,0 0,0 1,1 1,17 32,-17-31,27 65,32 110,-22-55,13 18,6-3,6-2,6-3,6-3,119 156,453 460,-454-536,-147-160,76 85,240 208,-308-303,-39-32,-1 2,-1 0,0 0,-1 2,0-1,-1 2,0 0,9 15,10 23,-3 1,30 78,-48-99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5T00:49:17.3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2075 949,'0'0,"0"-1,0 0,1 0,-1 0,1 0,-1 0,0 0,1 1,-1-1,1 0,0 0,-1 1,1-1,0 0,-1 1,1-1,0 0,0 1,-1-1,1 1,0 0,0-1,0 1,0 0,0-1,0 1,0 0,0 0,0 0,1 0,401-122,-260 84,379-112,-20-38,-474 176,42-27,-68 38,0-1,1 1,-1-1,0 0,0 0,0 0,0 0,0 0,-1 0,3-4,-4 6,0-1,0 0,1 1,-1-1,0 1,0-1,0 1,0-1,0 1,0-1,0 1,0-1,0 0,-1 1,1-1,0 1,0-1,0 1,-1-1,1 1,0-1,0 1,-1-1,1 1,0 0,-1-1,1 1,-1-1,1 1,0 0,-2-1,-5-2,-1-1,0 2,0-1,0 1,0 1,-12-2,-165-16,-113-7,-808-90,185 16,-2 40,887 59,-9-2,0 3,-76 9,94 0,26-9,1 0,-1 1,1-1,-1 0,1 1,-1-1,1 0,-1 1,1-1,0 1,-1-1,1 0,0 1,-1-1,1 1,0-1,-1 1,1-1,0 1,0-1,0 1,0 0,-1-1,1 2,2 0,-1 0,0 0,1 0,0 0,-1 0,1 0,0-1,0 1,0 0,0-1,0 0,1 1,-1-1,0 0,1 0,-1 0,1-1,3 2,33 10,64 12,159 20,145 9,136 8,708 33,4-95,-823-36,-341 28,-1-5,0-4,107-35,-190 51,1-1,0 0,-1-1,1 1,-1-2,0 1,12-10,-18 13,-1 1,1-1,-1 1,0-1,1 1,-1-1,0 1,1-1,-1 0,0 1,0-1,1 1,-1-1,0 0,0 1,0-1,0 0,0 1,0-1,0 0,0 1,0-1,0 0,-1 1,1-1,0 1,0-1,0 0,-1 1,1-1,0 1,-1-1,1 1,-1-1,1 1,-1-1,1 1,-1-1,1 1,-1-1,1 1,-1 0,1-1,-1 1,1 0,-1 0,0-1,1 1,-1 0,0 0,1 0,-2 0,-18-5,0 1,0 2,0 0,-1 0,1 2,0 1,-33 5,4-2,-1524 182,1351-155,-865 162,874-135,201-55,0 1,0 0,0 1,1 1,0-1,-16 12,26-16,1-1,0 0,-1 0,1 1,0-1,0 0,-1 0,1 1,0-1,0 0,-1 1,1-1,0 0,0 1,0-1,0 0,0 1,-1-1,1 1,0-1,0 0,0 1,0-1,0 0,0 1,0-1,0 1,0-1,1 0,-1 1,0-1,0 0,0 1,0-1,0 0,1 1,-1-1,0 0,0 1,1-1,-1 0,0 1,0-1,1 0,32 8,16-7,73-10,180-28,1158-234,-1276 217,-173 51,0-1,0-1,0 0,17-10,-27 14,-1 1,0 0,1 0,-1-1,0 1,0 0,1 0,-1-1,0 1,1 0,-1-1,0 1,0 0,0-1,1 1,-1 0,0-1,0 1,0 0,0-1,0 1,0-1,0 1,0 0,0-1,0 1,0-1,0 1,0 0,0-1,0 1,0-1,0 1,0 0,-1-1,1 1,0 0,0-1,0 1,-1 0,1-1,0 1,0 0,-1 0,1-1,0 1,-1 0,-3-3,-1 1,0 0,1 1,-1-1,0 1,0 0,-8-1,-176-9,-144 17,-781 130,801-72,-461 158,696-196,1 4,2 3,-75 45,143-75,1 1,0 1,0-1,0 1,0 0,1 0,-10 13,15-18,-1 1,1-1,-1 0,1 1,0-1,-1 1,1 0,0-1,-1 1,1-1,0 1,-1-1,1 1,0 0,0-1,0 1,0 0,-1-1,1 1,0 0,0-1,0 1,0 0,1-1,-1 1,0-1,0 1,0 0,0-1,1 1,-1 0,0-1,1 1,-1-1,0 1,1-1,-1 1,1-1,-1 1,1-1,-1 1,1-1,-1 0,1 1,-1-1,1 0,-1 1,1-1,0 0,-1 0,1 0,0 1,-1-1,1 0,0 0,-1 0,1 0,-1 0,2 0,5 0,-1-1,1 0,-1 0,1 0,9-3,38-16,95-50,-102 45,0 3,99-32,-142 52,1 1,-1 0,1-1,0 2,-1-1,1 1,0-1,0 1,-1 1,1-1,0 1,-1-1,1 1,0 1,-1-1,1 1,-1-1,5 4,-6-2,0 0,0 0,-1 0,0 1,1-1,-1 1,-1-1,1 1,0 0,-1 0,0 0,0 0,0 0,0 0,-1 0,1 0,-1 0,0 0,0 0,-2 8,-19 145,12-109,3 0,-2 71,9-103,0 0,1 0,0 1,1-2,1 1,1 0,0-1,1 0,1 0,0 0,13 19,-5-15,0-1,0-1,2 0,0-1,1 0,1-2,0 0,0-1,2-1,0-1,28 11,5-2,2-3,0-1,90 12,-69-18,2-4,-1-2,0-5,1-2,-1-4,-1-4,1-2,127-42,-152 36,-1-2,0-2,-2-2,-1-3,67-50,-83 52,-1-2,-2-1,0-1,-3-1,0-2,-2 0,41-74,-50 74,-1-1,-2 0,-1 0,-2-2,-1 1,-2-1,-1 0,-2-1,-1-54,-3 70,-1 1,-1-1,-1 0,-1 1,-1 0,-1 0,0 0,-1 1,-2 0,0 0,0 0,-2 2,0-1,-2 1,1 1,-2 0,-30-27,33 35,1 0,-1 1,-1 0,1 1,-1 0,0 1,0 1,-1 0,1 0,-24-3,18 5,0 2,0 0,0 0,0 2,0 0,0 1,-17 6,-17 8,2 3,0 2,2 2,-55 37,-46 33,4 7,5 7,5 5,5 6,-204 242,321-345,-67 90,72-95,1 1,1 0,0 0,0 0,2 1,-7 24,10-36,0 1,1 0,-1 0,1-1,0 1,0 0,-1 0,1 0,0 0,0 0,1-1,-1 1,0 0,1 0,-1 0,1 0,-1-1,1 1,0 0,0-1,0 1,0 0,0-1,0 1,0-1,1 0,-1 1,0-1,3 2,0-2,-1 0,1-1,-1 1,1-1,-1 0,1 0,-1 0,1 0,-1-1,1 0,-1 1,0-1,1 0,-1-1,0 1,4-3,31-16,-1-3,-1-1,-1-2,-1-1,38-41,-2-1,-3-3,-3-2,-4-4,69-116,-125 187,17-28,17-41,-35 69,0 1,0-1,-1 0,0 0,0 0,-1 0,0 0,0-1,-1 1,1 0,-2 0,1-1,-2-8,1 14,0 0,0-1,-1 1,1 0,-1 0,1 0,-1 0,1 0,-1 0,0 1,0-1,0 0,0 1,0 0,0-1,-1 1,1 0,0 0,-1 0,1 0,0 1,-1-1,1 1,-1-1,1 1,-1 0,-4 0,-8 1,0 0,0 1,0 1,1 0,-1 1,1 0,0 1,0 1,-15 8,-130 83,0 17,5 8,5 6,6 6,7 6,5 7,-137 199,239-303,-45 84,71-121,0 0,0 1,0-1,1 1,0 0,0 0,1-1,0 1,0 0,0 0,1 0,0 0,2 13,-1-18,0 1,0-1,0 0,0 1,1-1,-1 0,1 0,-1 0,1 0,0 0,0 0,0 0,0 0,4 2,-1-2,0 1,1-1,-1 1,1-2,0 1,0 0,0-1,6 0,11 0,-1 0,0-2,0-1,0 0,0-2,33-9,1-5,81-36,-41 5,-3-3,-2-4,-2-5,-4-3,-2-3,-3-5,-3-2,-4-4,122-169,-191 241,51-81,-51 79,0 0,-1 1,0-1,0-1,0 1,-1 0,-1-1,2-12,-3 19,0 0,0 1,0-1,0 0,0 1,0-1,-1 1,1-1,-1 1,1-1,-1 1,1-1,-1 1,0-1,0 1,0-1,0 1,0 0,0 0,0 0,0-1,0 1,0 0,-1 0,1 0,0 1,-1-1,1 0,-1 1,1-1,-1 0,1 1,-3-1,-3 0,0 1,-1-1,1 2,0-1,0 1,-14 2,-12 5,2 2,-1 0,1 2,1 2,0 0,-50 34,-158 137,120-80,5 4,4 6,5 4,-157 237,254-345,-8 12,2 1,-16 36,26-55,1-1,1 1,-1 0,1 0,0 0,0 0,0 0,1 1,-1-1,1 0,1 0,-1 0,1 0,0 0,0 0,0 0,1 0,3 9,-2-10,0-1,0 1,0-1,1 0,-1 0,1 0,0-1,-1 1,1-1,0 0,1 0,-1 0,0 0,0-1,1 0,-1 0,1 0,-1 0,6-1,13 1,-1 0,1-2,-1-1,1-1,-1 0,35-11,3-5,74-34,-37 7,-2-4,-2-5,-3-3,-2-5,-4-3,148-149,-229 212,71-83,-68 78,-1 1,0-1,0 0,-1 0,0 0,0-1,-1 0,4-17,-7 25,1 0,-1-1,0 1,1 0,-1 0,0-1,0 1,0 0,0 0,0-1,0 1,0 0,-1 0,1-1,0 1,-1 0,1 0,-1 0,1-1,-1 1,0 0,1 0,-1 0,0 0,0 0,0 0,0 1,0-1,0 0,0 0,0 0,0 1,0-1,0 1,0-1,0 1,-1-1,1 1,0 0,-2-1,-2 1,-1 0,0 1,1-1,-1 1,0 0,1 1,-1-1,-7 4,-14 7,0 2,1 0,1 1,-44 35,-84 88,-15 35,113-113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5T00:49:17.8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10E0D-8295-EA1D-6DFA-5F78AC675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287FB-626D-8C0B-92AD-2C1123996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E1337-61EA-731E-628D-64F805A0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AF48B8-C540-469A-CA34-C407E6BB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44921-9792-5B11-D2C8-CE9D5ADE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2343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A5C48-E95D-0A16-568F-0F21D91D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58608-CFE2-5A49-557D-3B1C02A30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3A883C-78B9-E8AA-51D5-95D84FC1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3600E-8A65-F726-31FE-C7CC5B5A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9CE45D-6C19-79D6-9761-E842E3DF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1271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2C188-6C10-0875-6ED4-13A2C51C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7DD746-0179-DEEA-C77D-F49FBBE90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3E2AAC-D368-AFB7-DD76-5A42C8A2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23163-5C37-1677-14CC-2906959F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467F7B-C6B5-9476-92A3-A220C8A3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5941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C1D07-386B-3ACD-A307-8FAC44B3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61472E-2585-2A83-011A-5A39E2FE2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3D066E-0D5F-AB78-5F45-C73D71B25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4A60F5-8BF0-E2B5-C985-3C1DEC78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43509D-8C47-370E-6584-9134D326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8497CC-178F-B358-09EE-4DA0C9EF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0898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ACA56-F0A1-E327-85D6-A0C712C7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C701BB-03F9-5202-E02A-BC80281D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2E72CB-C6AC-1AE8-F8D7-A82DE99B7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FC8C5E-FCA3-AF31-C8F8-0E3350666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2D9D07-B2CF-EFC0-4170-6FBE9D4BA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DA6EBB-045B-33BB-91C4-1BD278F1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23EC3E-14B5-FAC4-6D5D-17214049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FDDF85-4E32-7268-6E1E-22FE8DE7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970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116F2-1168-23C7-3182-3A566449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8B0B94-0670-800E-C19A-BC666226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B404C7-55F6-03A4-1CB1-197C0AFB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2DDE46-CC93-6222-FF70-42D043AB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6792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24A754-A252-1094-B84B-ADE430BD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570238-4D27-CFCE-6C08-1A83A333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4D4A32-C5D2-9D15-0AFC-5425A5BA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4923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62A1B-3A5C-354A-C01A-4617B201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5F41BE-6299-8AEB-7246-75DF4C567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E7D7A3-1D94-C9BE-6BFD-65CFC7A7F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2EB168-CBA6-64A2-3546-D0AF42CE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20A814-DD1C-B3FC-052A-F87CFF4D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BA584-ED32-C0DE-8FB4-2E54BB31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8867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A57D-C6D4-00DA-0FF9-3342B393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05AF54-88E7-EC62-2348-E6AA18B90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9996D4-EC8E-FBBC-AC31-03FAC7004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6FB808-5573-E724-9AA4-4DB03E63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43846F-6F89-F790-10D9-3879C6C6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01D939-2E6B-EEA6-D30E-501FAE22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5410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C4F36-CB50-1029-5957-B5303941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9EA05F-02B3-B320-6CC9-23411E876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D93028-4702-58FA-A1AF-CAA34BB2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ED9C23-DEE3-3DD0-6C8C-25CF33A5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B01865-E200-4B4D-B166-F224056F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4397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19A721-3CD7-BD16-FA74-921B12C64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338C57-981D-C4C7-906C-ED3F21C2D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4ED8D9-C960-A214-FDD2-FD3CA9F7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1F0D62-06BD-392B-889D-EBB765B8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BE4E6-AB7B-BB3A-5B65-CE7AD8B7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44269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28E5610-F2DE-558C-76F4-8DDB5E27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FCC56D-981A-A4C2-591C-29E0ACBC6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FABC9D-F85A-CF84-EB7B-F656974E4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64764-713A-4C49-8F34-964F44E56AD2}" type="datetimeFigureOut">
              <a:rPr lang="es-GT" smtClean="0"/>
              <a:t>4/03/2026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0A2F8C-D6C9-2835-AE76-595092E79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7A3651-41CE-5D4F-D46D-8E3489D5F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B9EC0-6100-4B30-B916-BC9DCABE286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7296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customXml" Target="../ink/ink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E0671-7F25-2AB0-94A1-5408D9C15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Tema de capas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25E3DF-3DB2-F099-2E2D-80654F53A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0955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14309A-A8AA-A549-158B-B0548E90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Hacer las capas antes </a:t>
            </a:r>
            <a:br>
              <a:rPr lang="es-GT" dirty="0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3262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8D844-E6CF-5B21-8590-5A03F35D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D784E6-0577-A9FF-B8D1-C671BE48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152" y="952154"/>
            <a:ext cx="7849695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3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99C63-C71E-B42E-6B67-1AD5B482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FCFC3E-6F61-D992-A983-997D44A1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85" y="1004549"/>
            <a:ext cx="5220429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0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98A83-7608-E12E-E524-18F8998C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 dirty="0"/>
              <a:t>INDEX COLOR COMO LOS RAPIDOGRAFOS </a:t>
            </a:r>
            <a:br>
              <a:rPr lang="es-GT" dirty="0"/>
            </a:br>
            <a:r>
              <a:rPr lang="es-GT" dirty="0"/>
              <a:t>3 Y 4 GROSORES INTERMEDIOS</a:t>
            </a:r>
            <a:br>
              <a:rPr lang="es-GT" dirty="0"/>
            </a:br>
            <a:r>
              <a:rPr lang="es-GT" dirty="0"/>
              <a:t>COLOR 5 Y 6, GROSOR MAS ANCHO MAS MARCADO </a:t>
            </a:r>
          </a:p>
        </p:txBody>
      </p:sp>
    </p:spTree>
    <p:extLst>
      <p:ext uri="{BB962C8B-B14F-4D97-AF65-F5344CB8AC3E}">
        <p14:creationId xmlns:p14="http://schemas.microsoft.com/office/powerpoint/2010/main" val="809949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D912C-DF87-7C9C-4B04-775D4C77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TRUE COLOR, COLORES VERDADEROS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E1767F-84AD-8B30-061E-0A11808D3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723" y="1363445"/>
            <a:ext cx="7335274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4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DBF19-68F6-30A5-3F2B-4C66F3C5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TIPO DE LIENAS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A58C01-802F-6EFF-CB71-5D955733D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00" y="1366549"/>
            <a:ext cx="7163800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76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C5398-3F50-F99B-647E-390FCA27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GROSOR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00BC24-8822-609E-1F4F-C0C951F52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494890"/>
            <a:ext cx="7497221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88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E88BC-A70A-0928-090F-AEAE6751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CC1D47-7703-83D6-EE01-29F562470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8" y="1090286"/>
            <a:ext cx="7802064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8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23ABC-0551-6EB7-059D-4A904FFE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A85E4B-3CDD-D271-FEAC-E728B13F2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26" y="2097963"/>
            <a:ext cx="6116576" cy="426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42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7DDBC-A70F-A536-6885-075370E2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 dirty="0"/>
              <a:t>Confirma que capa esta en uso, el que este activo</a:t>
            </a:r>
            <a:br>
              <a:rPr lang="es-GT" dirty="0"/>
            </a:br>
            <a:r>
              <a:rPr lang="es-GT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3FA262-63B0-AD1E-1C9D-DE621A994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210" y="1409254"/>
            <a:ext cx="4597580" cy="40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59AEB-5094-29A2-5013-5356CB89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LTS escala de línea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81307A-2C5E-B9E4-9445-3E8E8BA3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87" y="1956411"/>
            <a:ext cx="2686425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78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5CD0B-F241-6CDA-33A2-197213B4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98F8DF-2E8E-6AC1-1620-9E10BFE75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49" y="1804761"/>
            <a:ext cx="5210902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0915C-151B-21D2-D5D2-21071285C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Cambiar las líneas de continuidad individualmente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DB4462-DA12-29E4-83DC-9CE00B7A5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30" y="1561137"/>
            <a:ext cx="5557407" cy="493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25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C5C1D-62BF-332A-4B5F-21A7157F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B831C1-24B8-D880-0D5F-9CF8D7EE6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1962051"/>
            <a:ext cx="10964805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48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38F0B-08B3-68CB-FB58-1EF2F034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LA PARA LAYER CAPAS </a:t>
            </a:r>
          </a:p>
        </p:txBody>
      </p:sp>
    </p:spTree>
    <p:extLst>
      <p:ext uri="{BB962C8B-B14F-4D97-AF65-F5344CB8AC3E}">
        <p14:creationId xmlns:p14="http://schemas.microsoft.com/office/powerpoint/2010/main" val="1149711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C0D72-78C3-6C18-6592-99E9E505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 dirty="0"/>
              <a:t>PASAR A LA OTRA CAPA SELECCIONANDO LAS LINEAS </a:t>
            </a:r>
            <a:br>
              <a:rPr lang="es-GT" dirty="0"/>
            </a:b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7B9FD4-59ED-8C6C-C09B-901E95B46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581" y="1380490"/>
            <a:ext cx="5315692" cy="59539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590B2EC-547C-7C49-C2E8-A625A7C57591}"/>
                  </a:ext>
                </a:extLst>
              </p14:cNvPr>
              <p14:cNvContentPartPr/>
              <p14:nvPr/>
            </p14:nvContentPartPr>
            <p14:xfrm>
              <a:off x="5288954" y="2250138"/>
              <a:ext cx="501120" cy="1436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590B2EC-547C-7C49-C2E8-A625A7C575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4954" y="2142498"/>
                <a:ext cx="60876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4E64894-10B7-8E58-04A4-B18D21BA4C99}"/>
                  </a:ext>
                </a:extLst>
              </p14:cNvPr>
              <p14:cNvContentPartPr/>
              <p14:nvPr/>
            </p14:nvContentPartPr>
            <p14:xfrm>
              <a:off x="5654714" y="5288898"/>
              <a:ext cx="856800" cy="11962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4E64894-10B7-8E58-04A4-B18D21BA4C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0714" y="5180898"/>
                <a:ext cx="964440" cy="141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599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3F56D-782B-56AE-F85D-F480AC1E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ESTE ES PARA TRASLADAR UN OBJETO A OTRA CAPA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9771E9-5EA9-A2D2-AFBE-693A3BCAB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934" y="3166910"/>
            <a:ext cx="5488215" cy="29666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4B4E5300-0C96-B3FE-29D1-01EDEC35D4DB}"/>
                  </a:ext>
                </a:extLst>
              </p14:cNvPr>
              <p14:cNvContentPartPr/>
              <p14:nvPr/>
            </p14:nvContentPartPr>
            <p14:xfrm>
              <a:off x="4458074" y="3892348"/>
              <a:ext cx="1756440" cy="887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4B4E5300-0C96-B3FE-29D1-01EDEC35D4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4074" y="3784348"/>
                <a:ext cx="1864080" cy="11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8CEB905-BBBC-65B1-4497-59AFFF9F9318}"/>
                  </a:ext>
                </a:extLst>
              </p14:cNvPr>
              <p14:cNvContentPartPr/>
              <p14:nvPr/>
            </p14:nvContentPartPr>
            <p14:xfrm>
              <a:off x="4486874" y="1392148"/>
              <a:ext cx="360" cy="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8CEB905-BBBC-65B1-4497-59AFFF9F93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3234" y="1284148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229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C2570-2929-45C3-26BB-F9658A6F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54347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AEC96-FA2A-1DBF-47DA-1FBD0F34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04410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99EAF-4473-A177-5F9D-41D13B88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8840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84</Words>
  <Application>Microsoft Office PowerPoint</Application>
  <PresentationFormat>Panorámica</PresentationFormat>
  <Paragraphs>12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de Office</vt:lpstr>
      <vt:lpstr>Tema de capas </vt:lpstr>
      <vt:lpstr>Hacer las capas antes  </vt:lpstr>
      <vt:lpstr>Presentación de PowerPoint</vt:lpstr>
      <vt:lpstr>Presentación de PowerPoint</vt:lpstr>
      <vt:lpstr>INDEX COLOR COMO LOS RAPIDOGRAFOS  3 Y 4 GROSORES INTERMEDIOS COLOR 5 Y 6, GROSOR MAS ANCHO MAS MARCADO </vt:lpstr>
      <vt:lpstr>TRUE COLOR, COLORES VERDADEROS </vt:lpstr>
      <vt:lpstr>TIPO DE LIENAS </vt:lpstr>
      <vt:lpstr>GROSOR </vt:lpstr>
      <vt:lpstr>Presentación de PowerPoint</vt:lpstr>
      <vt:lpstr>Presentación de PowerPoint</vt:lpstr>
      <vt:lpstr>Confirma que capa esta en uso, el que este activo  </vt:lpstr>
      <vt:lpstr>LTS escala de línea </vt:lpstr>
      <vt:lpstr>Presentación de PowerPoint</vt:lpstr>
      <vt:lpstr>Cambiar las líneas de continuidad individualmente  </vt:lpstr>
      <vt:lpstr>Presentación de PowerPoint</vt:lpstr>
      <vt:lpstr>LA PARA LAYER CAPAS </vt:lpstr>
      <vt:lpstr>PASAR A LA OTRA CAPA SELECCIONANDO LAS LINEAS  </vt:lpstr>
      <vt:lpstr>ESTE ES PARA TRASLADAR UN OBJETO A OTRA CAPA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4</cp:revision>
  <dcterms:created xsi:type="dcterms:W3CDTF">2026-03-04T23:31:27Z</dcterms:created>
  <dcterms:modified xsi:type="dcterms:W3CDTF">2026-03-05T00:52:44Z</dcterms:modified>
</cp:coreProperties>
</file>