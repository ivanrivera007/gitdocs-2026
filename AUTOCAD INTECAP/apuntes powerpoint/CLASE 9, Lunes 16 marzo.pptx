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58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7" r:id="rId65"/>
    <p:sldId id="328" r:id="rId66"/>
    <p:sldId id="329" r:id="rId67"/>
    <p:sldId id="330" r:id="rId68"/>
    <p:sldId id="331" r:id="rId69"/>
    <p:sldId id="332" r:id="rId70"/>
    <p:sldId id="333" r:id="rId71"/>
    <p:sldId id="334" r:id="rId72"/>
    <p:sldId id="335" r:id="rId73"/>
    <p:sldId id="336" r:id="rId74"/>
    <p:sldId id="337" r:id="rId75"/>
    <p:sldId id="338" r:id="rId76"/>
    <p:sldId id="339" r:id="rId77"/>
    <p:sldId id="340" r:id="rId78"/>
    <p:sldId id="341" r:id="rId79"/>
    <p:sldId id="342" r:id="rId80"/>
    <p:sldId id="343" r:id="rId81"/>
    <p:sldId id="320" r:id="rId82"/>
    <p:sldId id="321" r:id="rId83"/>
    <p:sldId id="322" r:id="rId84"/>
    <p:sldId id="323" r:id="rId85"/>
    <p:sldId id="324" r:id="rId86"/>
    <p:sldId id="325" r:id="rId87"/>
    <p:sldId id="326" r:id="rId88"/>
    <p:sldId id="312" r:id="rId89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3:57:19.241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2036 152,'4'1,"1"-1,0 1,0 0,-1 0,1 1,5 1,11 4,65 14,2-4,111 7,190-8,-306-14,306 5,1910-9,-1962-8,89-23,-395 29,-16 4,0-2,-1 0,1-1,-1 0,0-1,26-11,-40 15,0 0,-1 0,1 0,0 0,0 0,-1 0,1 0,0 0,0 0,-1-1,1 1,0 0,0 0,0 0,-1 0,1 0,0 0,0-1,0 1,-1 0,1 0,0 0,0-1,0 1,0 0,0 0,-1 0,1-1,0 1,0 0,0 0,0-1,0 1,0 0,0 0,0-1,0 1,0 0,0 0,0-1,0 1,0 0,0 0,0-1,0 1,0 0,1 0,-1 0,0-1,0 1,0 0,0 0,0 0,1-1,-1 1,0 0,0 0,0 0,0 0,1-1,-1 1,0 0,0 0,1 0,-1 0,0 0,-13-3,0 1,-1 1,1 0,-1 1,-15 2,-5-1,-2512-4,1517-27,-1550-27,2501 57,27 1,-66-8,101 2,23-2,32-4,49-2,109-2,-196 15,247-9,70 4,1217 101,-9 127,-1441-209,-56-7,-51-5,-568-6,204-1,-233 4,650 2,32 4,-7 1,180 21,114 22,370 64,191 28,3-33,-820-102,-117-8,-17-1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3:58:26.241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0 991,'270'-13,"-85"1,93 2,104 2,137 2,153-7,118-10,761-61,-3-70,-1043 80,-137 8,-239 40,148-49,-254 67,41-21,-61 28,0-1,0 0,0 1,0-1,-1 0,1 0,-1-1,1 1,-1-1,4-4,-6 6,0 1,0-1,1 0,-1 1,0-1,0 0,0 1,0-1,0 0,0 1,0-1,0 0,0 1,0-1,0 0,-1 1,1-1,0 1,0-1,0 0,-1 0,-18-14,-5 5,-1 0,0 2,-1 2,1 0,-28-3,-8-2,-184-33,-92-10,-1733-113,-31 160,1040 13,-53-6,1085 0,15-1,1 0,0 2,-1 0,1 0,0 1,-23 7,34-9,1 1,-1-1,0 1,1 0,-1 0,0 0,1 0,-1 0,1 0,0 1,-1-1,1 0,0 1,-2 1,3-2,-1 0,1 0,0 0,0-1,-1 1,1 0,0 0,0 0,0 0,0 0,0 0,0 0,0 0,0 0,0 0,1 0,-1 0,0 0,1 0,0 1,1 1,0 1,1-1,0 0,0 1,0-1,0-1,0 1,0 0,1-1,0 0,-1 0,5 2,40 17,0-3,55 14,209 49,4-14,456 37,654-67,-1349-39,-37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3:58:27.24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740 0,'-47'806,"3"-464,-21 56,-55 277,-197 1247,257-1428,18-53,-2 883,44-1281,0-26,0-1,1 0,5 29,-6-45,0 0,0 0,1 0,-1 0,0 0,0 0,0 0,0 0,0 0,0 0,0 0,0 0,0 0,0 0,0 0,0-1,0 1,1 0,-1 0,0 0,0 0,0 0,0 0,0 0,0 0,0 0,0 0,0 0,0 1,0-1,0 0,1 0,-1 0,0 0,0 0,0 0,0 0,0 0,0 0,0 0,0 0,0 0,0 0,0 0,0 0,0 0,0 0,0 0,0 1,0-1,0 0,1 0,-1 0,0 0,0 0,0 0,0 0,0 0,0 0,0 0,0 0,0 1,0-1,0 0,-1 0,1 0,0 0,5-14,39-247,-23 119,122-706,124-851,-220 1312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3:58:27.650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441 0,'7'24,"-2"0,-1 0,0 1,-1 25,0-11,25 1098,-29-863,-17 1223,-76 1,-178 802,188-1751,68-478,11-61,2-20,2-36,16-523,-11 312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3:58:28.115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0,'19'44,"-2"1,23 88,7 73,-2 81,-6 87,-11 110,-10 121,-8 105,-8 2558,-6-2418,5-394,6-67,9-69,-5-148,45 225,-35-313,-21-82,1 0,-1 0,1 0,-1-1,1 1,0 0,0 0,0 0,0-1,0 1,1 0,-1-1,0 1,1-1,1 2,4-10,-1-16,1-38,-1-97,-5 101,1-186,-2-11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3:58:28.365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0,'14'45,"16"62,14 57,-3 36,-6 24,-11 9,-8-13,-8-22,-5-27,-2-34,-3-35,1-31,-1-28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3:59:25.677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48 1,'-5'0,"-14"0,-4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14:13.5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34,'2665'0,"-2291"-17,-329 9,-16-1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14:14.1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1 482,'0'0,"0"1,0-1,0 1,1 0,-1-1,0 1,0-1,1 1,-1-1,0 1,1-1,-1 0,1 1,-1-1,0 1,1-1,-1 0,1 1,-1-1,1 0,0 1,-1-1,1 0,-1 0,1 0,0 1,20 3,-20-4,37 4,37 0,-58-4,678-38,-636 32,997-131,-6-64,-558 98,-456 93,-16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14:15.1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7,'1137'179,"-2"-123,-611-67,-13-45,-470 50,0-2,73-25,-110 31,0 1,0-1,0 0,0 0,0-1,-1 1,1-1,0 0,-1 0,0 0,0 0,0 0,4-7,-6 8,0 0,0 0,-1-1,1 1,-1-1,1 1,-1 0,0-1,0 1,0-1,0 1,0-1,0 1,-1-1,0 1,1 0,-1-1,0 1,0 0,0 0,0-1,0 1,-3-3,-15-22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14:15.9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1 295,'15'-7,"0"1,1 1,0 1,0 0,21-3,87-2,-88 8,986-12,85-3,-470-37,-469 29,285-76,-311 55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14:16.6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12,'0'-4,"9"-2,20 5,36 7,52 11,62 7,77 4,73-2,82-7,60-6,33-5,2-4,-42-7,-68-7,-89-7,-87-4,-81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14:17.4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61,'1'-1,"-1"1,1-1,0 0,0 0,0 1,0-1,0 0,0 1,0-1,0 1,0-1,0 1,0 0,0-1,0 1,0 0,0 0,0 0,0-1,0 1,1 1,-1-1,1 0,1 0,29-1,1 1,37 7,-38-4,640 38,4-24,-394-12,-121-1,589 2,-522-15,288-47,-282 7,-163 30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14:18.3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0,'17'0,"29"0,41 0,45 0,45 0,49 0,39 5,19 0,5 1,-11-2,-5 0,-26-2,-38-1,-41-5,-49-2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14:19.0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0,'30'13,"0"-1,1-2,0-1,50 8,-3-1,568 119,10-43,347-49,-949-43,-1-2,0-2,0-2,54-14,-102 19,0 0,0-1,0 1,0-1,-1 0,1 0,-1-1,1 0,-1 1,0-1,0-1,7-6,-1-8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16:01.6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1 794,'7'-1,"0"0,1 0,-1 0,14-5,6-1,215-45,-16 8,73-16,66-12,532-107,800-165,-1576 322,-115 21,1 0,0 0,-1 1,1 0,0 0,11 2,-17-1,-1-1,1 0,0 0,0 0,-1 1,1-1,-1 0,1 1,0-1,-1 1,1-1,-1 1,1-1,-1 1,1-1,-1 1,1-1,-1 1,1 0,-1-1,0 1,0 0,1-1,-1 1,0 0,0-1,0 1,1 0,-1 0,0-1,0 1,0 0,0 0,-1-1,1 1,0 0,0-1,0 1,0 0,-1-1,1 1,0 0,-1-1,1 1,-1 0,-23 31,24-31,-40 39,-2-2,-1-1,-54 34,65-48,-67 43,-3-4,-2-4,-3-5,-147 50,-462 111,586-181,-172 19,77-32,-156 22,11 10,117-18,188-24,63-10,9-4,18-5,111-31,1 7,247-28,289 18,460 23,5 26,-744-2,-392-5,-1 1,1 0,-1 0,1 0,-1 0,1 0,0 0,-1 0,1 0,-1 1,1-1,-1 1,1-1,-1 1,1 0,0 0,-3 1,0-1,0 0,0 1,-1-1,1 0,0 1,-1-1,1 0,-1 0,0 0,1 0,-3 0,-31 20,-4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18:44.566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1516 454,'0'54,"10"68,-6-95,2 0,0-1,2 0,17 39,-1-6,-13-31,2 1,18 32,-25-53,-1 0,1 0,0 0,1-1,0 1,0-2,1 1,0-1,0 0,0-1,11 6,7-1,-1-1,1-2,1 0,-1-2,1-1,54 1,8-3,0-4,0-4,119-23,-65-1,176-62,-80 4,-193 68,-2-2,0-2,40-30,-75 48,0 0,-1-1,-1 0,1-1,-1 1,0-1,8-12,-13 16,0 1,-1-1,1 0,0 0,-1 0,0 0,0 0,0 0,-1 0,1 0,-1 0,0-1,0 1,-1 0,1 0,-1 0,0 0,0 0,0 0,-2-5,-2-1,-1 1,0 0,0 0,-1 0,0 0,-1 1,0 0,0 1,0 0,-1 0,0 1,-18-10,-35-17,-1 2,-1 2,-91-25,-137-30,-80 3,-4 16,-498-22,534 76,70 17,224-4,-1 2,1 1,1 3,-1 2,-50 18,84-24,1 1,0 1,0-1,0 2,1 0,0 0,0 1,-10 10,15-13,1 0,0 0,0 1,1-1,0 1,0 0,0 0,0 0,1 0,0 0,0 0,1 1,0-1,0 1,0-1,1 8,0-2,1-1,0 0,1 1,0-1,1 0,5 16,-5-21,0 0,0 0,0-1,0 1,1-1,0 0,0 0,1-1,-1 1,1-1,0 0,0 0,7 4,8 2,0 0,1-2,0 0,1-1,-1-2,1 0,29 3,-11-5,0-1,0-2,49-6,-76 5,-1 0,1-1,0-1,-1 0,0-1,0 0,0-1,16-9,-27 13,1 1,-1-1,0 0,0 0,0 0,0 1,0-1,0 0,0 0,0-1,0 1,0 0,-1 0,1 0,0 0,-1-1,1 1,-1 0,0-1,1-1,-1 2,-1 0,1 0,-1 0,0-1,1 2,-1-1,0 0,0 0,1 0,-1 0,0 0,0 1,0-1,0 0,0 1,0-1,0 1,0-1,-1 1,1-1,0 1,0 0,0-1,-3 1,-12-3,0 1,-1 1,1 0,0 1,-1 0,1 2,0 0,-1 0,-18 7,5 0,0 1,1 1,1 1,-29 18,33-16,0 2,1 0,1 2,-33 33,47-43,0 1,0 0,1 1,1 0,-1 0,1 0,1 1,0-1,1 1,0 1,0-1,1 0,-2 24,5-30,0 0,0 0,0 0,1 0,0 0,0 0,1 0,-1 0,1 0,0 0,1 0,-1-1,1 1,0-1,0 0,0 0,0 0,8 6,1 0,0-1,0-1,1 0,0-1,24 10,41 11,1-4,161 27,438 33,4-43,-610-37,-31-2,55 4,-86-4,1 0,0 0,-1 1,1 0,18 9,-28-11,1-1,0 1,-1 0,1 0,-1 0,0 0,1 0,-1 0,0 0,0 0,1 1,-1-1,0 0,0 1,0-1,0 1,-1-1,1 1,0-1,-1 1,1 0,-1-1,1 1,-1 0,0-1,0 1,0 0,0 0,0-1,0 1,0 0,-1-1,1 1,0 0,-1-1,0 1,1 0,-1-1,0 1,0-1,-1 3,-22 27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18:51.166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12260 1171,'-13'0,"0"0,-1-1,1-1,-15-3,-10-3,-400-76,5 1,-177-36,-174-33,-148-13,-102 4,-3655-223,4111 377,113 9,92 4,60 4,-575 91,687-62,189-35,16-2,33-1,-33-1,323 0,-29-1,86 1,88 3,1634 62,8 65,1262 10,-2786-136,-78-3,-88-2,-95-1,61-1,-361 3,-17-1,0 1,0 0,-1 1,1 0,0 1,0 0,11 5,-14 0,-14-2,-25 4,-221 20,225-27,-246 18,-111-3,-138-4,-145-4,-135-4,-110-3,-293-3,-1135 6,1753 3,168 3,-5 6,-369-6,531-13,212 2,-779 10,3 69,798-74,-14 1,-45 14,76-17,0 0,0 1,0 0,1 1,-1 0,1 0,1 1,-1 0,-11 11,16-11,0-1,0 1,0 0,1 0,0 0,0 0,-2 10,-9 16,13-31,0 0,1 0,-1 1,0-1,1 0,-1 1,1-1,-1 0,1 1,-1-1,1 0,0 1,0-1,0 0,0 1,0-1,0 1,0-1,0 1,1-1,-1 0,0 1,1-1,-1 0,1 1,0-1,-1 0,1 0,0 0,1 2,2 0,1 0,-1 0,1-1,-1 1,1-1,0 0,0-1,9 3,44 8,1-3,0-2,64-1,-82-4,319 11,184 5,194 15,158 20,907 79,14 1,0-39,-1220-78,-87-9,1089-13,-486-2,-1075 8,142 6,-143 1,-36-7,-1 0,0 0,1 0,-1 1,0-1,0 0,1 0,-1 0,0 0,0 0,1 0,-1 1,0-1,0 0,0 0,1 0,-1 1,0-1,0 0,0 0,0 0,1 1,-1-1,0 0,0 1,0-1,0 0,0 0,0 1,0-1,0 0,0 0,0 1,0-1,0 0,0 1,0-1,0 0,-20 13,-31 3,-1-1,0-3,-75 7,93-14,-320 36,-180-4,-215-10,-198-8,-144-8,-51-6,51-3,145-3,203-1,216 1,193-1,150 0,121-2,63 4,0 0,0 0,0 0,0 0,0-1,0 1,0 0,0 0,0 0,0 0,0 0,1 0,-1-1,0 1,0 0,0 0,0 0,0 0,0 0,0 0,-1-1,1 1,0 0,0 0,0 0,0 0,0 0,0 0,0 0,0-1,0 1,0 0,0 0,0 0,0 0,-1 0,1 0,0 0,0 0,0 0,0 0,0 0,0-1,0 1,0 0,-1 0,1 0,0 0,0 0,0 0,0 0,0 0,0 0,-1 0,1 0,0 0,31-7,428-49,23 27,864-6,6 36,-863 0,55 0,518 3,-601 25,-196-8,-264-21,17 2,-48-2,-333-17,-47-17,-187-14,-172-7,-124 6,-1668-30,-3 65,2077 16,126 0,-40 1,387-2,0-2,-26-3,40 4,0 0,-1 0,1 0,0 0,0 0,0 0,0 0,0 0,-1 0,1 0,0 0,0 0,0 0,0 0,0 0,0 0,-1 0,1 0,0 0,0 0,0-1,0 1,0 0,0 0,0 0,0 0,-1 0,1 0,0 0,0 0,0-1,0 1,0 0,0 0,0 0,0 0,0 0,0 0,0-1,0 1,0 0,0 0,0 0,0 0,0 0,0-1,0 1,0 0,0 0,0 0,0 0,0 0,0 0,0-1,0 1,1 0,-1 0,0 0,0 0,0 0,0 0,0 0,0 0,0 0,1-1,19-7,51-6,1 3,84-3,-138 12,286-15,102 4,100 4,88 4,3635 4,-1897 4,-245-3,-1972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18:52.33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1,'4'0,"2"0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26:33.9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1687 522,'18'-8,"0"1,21-6,-12 4,1146-304,-1149 308,450-102,-203 48,-365 66,-86 5,-104 0,-104-2,-163 0,-1172 38,1306-24,333-15,84-9,-1 0,1 0,0 0,-1 0,1 0,-1 0,1 0,0 0,-1 0,1 0,0 0,-1 0,1 0,0 1,-1-1,1 0,0 0,-1 0,1 1,0-1,0 0,-1 0,1 1,0-1,0 0,-1 1,1-1,0 0,0 1,14 7,38 9,2-3,67 9,-5-1,252 51,104 15,961 159,-648-114,-616-100,-137-20,-32-13,0 0,0 0,0 1,1-1,-1 0,0 0,0 1,0-1,0 0,0 0,1 1,-1-1,0 0,0 1,0-1,0 0,0 1,0-1,0 0,0 1,0-1,0 0,0 0,0 1,-1-1,1 0,0 1,0-1,0 0,0 0,0 1,-1-1,1 0,0 1,0-1,0 0,-1 0,1 0,0 1,0-1,-1 0,1 0,0 0,0 0,-1 0,1 1,0-1,-1 0,1 0,0 0,-1 0,1 0,-21 8,-1-2,1 0,-23 3,-125 21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5:11:55.0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1679 1190,'48'-2,"92"-16,-66 7,1100-87,-480 96,-39 2,-643-1,40-1,-50 2,1-1,-1 1,0-1,1 1,-1-1,0 0,1 0,-1 1,0-2,0 1,0 0,0 0,0-1,0 1,2-3,-4 4,0 0,1-1,-1 1,0-1,0 1,0-1,1 1,-1-1,0 1,0-1,0 1,0-1,0 1,0-1,0 1,0-1,0 1,0 0,0-1,0 1,0-1,-1 1,1-1,-14-15,-1 5,-1 1,-1 0,-25-10,-160-59,-135-31,-128-23,-2274-432,2428 523,-12 10,261 33,61-1,-1 0,1 0,-1 1,1-1,-1 0,1 1,0-1,-1 1,1-1,-1 1,1 0,-2 1,3-2,-1 1,1-1,0 0,0 1,-1-1,1 1,0-1,0 0,0 1,-1-1,1 1,0-1,0 1,0-1,0 1,0-1,0 0,0 1,0-1,0 1,0-1,0 1,0-1,0 1,1-1,-1 1,2 1,-1 1,1-1,0 0,-1 0,1 0,0 0,0 0,1 0,-1 0,0-1,5 3,16 6,1 0,0-2,1 0,43 6,-65-13,465 74,16-27,-371-38,1731 76,-1735-87,-65-4,-44 5,0 0,0 0,0 0,1 0,-1 0,0 0,0 0,0 0,0 0,0 0,0-1,0 1,0 0,0 0,0 0,0 0,0 0,1 0,-1-1,0 1,0 0,0 0,0 0,0 0,0 0,0-1,0 1,0 0,0 0,0 0,0 0,-1 0,1 0,0-1,0 1,0 0,0 0,0 0,0 0,0 0,0 0,0 0,0-1,0 1,-1 0,1 0,0 0,0 0,0 0,0 0,0 0,0 0,0 0,-1 0,1 0,0 0,0 0,0 0,0 0,0 0,-1 0,1 0,0 0,0 0,0 0,0 0,0 0,-1 0,-30-9,-327-48,47 27,-1705-15,1973 46,4-1,1 3,-49 8,85-11,-1 0,1 1,-1-1,1 1,-1-1,1 1,0 0,-1 0,1 0,0 1,0-1,0 0,0 1,0-1,0 1,0 0,-3 3,5-4,0 0,-1-1,1 1,0 0,0 0,0-1,0 1,0 0,0-1,1 1,-1 0,0 0,0-1,0 1,1 0,-1-1,0 1,1 0,-1-1,0 1,1-1,0 2,26 18,17 0,1-2,1-1,78 16,-120-32,250 57,1504 290,-1373-283,-316-54,-62-9,-13-2,-97-12,49 6,53 6,-570-44,540 46,25 2,22 3,37 4,0-3,71 3,-97-9,226 12,81-3,82 5,1021 61,-165-6,-1224-68,-31-1,0-1,0-1,0 0,0-1,19-4,-35 5,0 0,0-1,1 1,-1 0,0 0,0-1,0 1,0-1,0 1,0-1,0 1,0-1,0 1,-1-1,1 0,0 0,0 1,0-1,-1 0,1 0,-1 0,1 0,0 0,-1 0,1 0,-1 0,0 0,1 0,-1 0,0 0,0 0,0 0,0 0,1 0,-2-1,1 1,0 0,0 0,0 0,0 0,-1 0,1 0,-1-1,-9-21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5:22:30.463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1 224,'22'21,"2"-2,0 0,2-1,0-2,0 0,45 17,181 55,-229-81,292 82,523 75,346-76,-592-113,-8-39,-509 55,-22 2,0 2,0 3,0 2,105 13,193 42,-331-54,-58-9,-301-60,16 1,-108-22,-841-155,-3 41,940 160,-56 8,381 34,0 0,0 1,0 1,-20 3,30-4,0 0,0 0,0 0,-1 0,1 0,0 0,0 0,0 0,-1 0,1 0,0 1,0-1,0 0,-1 0,1 0,0 0,0 0,0 1,0-1,0 0,0 0,-1 0,1 1,0-1,0 0,0 0,0 0,0 1,0-1,0 0,0 0,0 0,0 1,0-1,0 0,0 0,0 1,0-1,0 0,0 0,0 0,0 1,0-1,0 0,0 0,1 0,-1 1,0-1,18 13,31 8,1-1,95 23,-104-32,220 57,650 138,10-22,-219-46,-497-97,-62-12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5:23:24.447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29,'9'0,"24"-5,25-1,38 0,37 1,32 2,28 1,11 1,-7 0,-32 1,-41 1,-35-1,-34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5:23:24.966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1,'10'0,"0"1,0 0,0 1,15 5,11 2,360 68,4-17,442 8,657-54,-766-40,-7-51,-592 54,-44 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5:23:25.515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71,'3682'0,"-3650"0,-12 0,1 0,-1-1,21-4,-39 5,1-1,0 1,-1-1,1 0,-1 0,1 0,-1 0,1 0,-1 0,0-1,1 1,-1-1,0 0,0 1,0-1,-1 0,1 0,0 0,-1-1,1 1,-1 0,0-1,1 1,-1 0,1-6,2-11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22:40:19.2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757 0,'59'4,"-1"3,0 2,0 3,58 19,-39-10,1167 235,-860-205,498 0,-739-54,-130 0,-39-1,-356-45,-50-4,-2268-168,2441 218,212 6,47-3,0 0,0 0,0 0,1 0,-1 0,0 0,0 1,0-1,0 0,1 0,-1 0,0 0,0 0,0 1,0-1,0 0,1 0,-1 0,0 1,0-1,0 0,0 0,0 0,0 1,0-1,0 0,0 0,0 0,0 1,0-1,0 0,0 0,0 1,0-1,0 0,0 0,0 0,0 1,0-1,0 0,0 0,0 0,-1 1,1-1,0 0,0 0,0 0,0 0,0 0,-1 1,1-1,0 0,0 0,0 0,-1 0,1 0,0 0,0 0,0 1,-1-1,1 0,0 0,0 0,0 0,-1 0,1 0,11 7,2-1,-1 0,0-1,1 0,0-1,16 3,-20-5,324 74,-2-14,2009 277,-2247-327,85 9,188 0,-350-21,69-4,-80 3,0 1,0-1,0 0,-1 0,1-1,0 1,-1-1,1 0,-1-1,0 1,1-1,5-4,-10 6,1 0,0 0,0 0,0 0,-1 0,1 0,-1 0,1 0,-1-1,1 1,-1 0,1 0,-1-1,0 1,0 0,0 0,0-1,0 1,0 0,0 0,0-1,0 1,-1 0,1 0,0-1,-1 1,1 0,-1 0,1 0,-1 0,-1-2,-1-1,0 0,0 0,-1 1,1-1,-1 1,0 0,0 0,-8-5,-34-13,0 1,-1 3,-61-15,72 22,-450-99,-11 38,269 41,-1643-167,1840 195,-38-3,-127 8,123 11,30 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23:24:07.0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5012 481,'145'106,"-89"-62,2-3,87 47,-69-52,2-3,125 34,173 21,-336-80,944 150,-810-142,0-9,0-7,295-38,-401 27,1-4,-2-2,104-41,-134 42,-1-2,-1-1,0-2,-1-1,-2-2,0-1,39-40,-63 57,0-1,0 0,-1 0,0-1,-1 0,10-18,-15 25,-1 1,1-1,0 1,-1-1,1 1,-1-1,0 1,0-1,0 0,0 1,0-1,0 1,-1-1,1 1,-3-5,2 4,-1 0,0 0,0 0,0 1,0-1,0 1,-1 0,1 0,-1 0,0 0,0 0,1 0,-1 0,0 1,-6-2,-32-11,-51-9,-234-50,-189-30,-202 0,-202 23,-185 10,-3075-112,3619 172,243 14,239 7,77-11,0 0,1 0,-1 0,0 0,1 0,-1 0,0 0,0 0,1 1,-1-1,0 0,1 0,-1 1,0-1,1 1,-1-1,1 0,-1 1,1-1,-1 1,1-1,-1 1,1-1,-1 1,1 0,-1-1,1 1,0-1,-1 1,1 0,0-1,0 1,0 0,-1 0,1-1,0 2,2 0,-1 0,1 0,0 0,0 0,0-1,0 1,0 0,0-1,0 0,1 0,-1 1,3-1,60 25,182 48,124 25,1221 218,-330-215,5-124,-1133 11,0-6,196-51,-289 55,-40 12,-3 1,-20 5,-56 17,0 3,-142 69,215-91,-4 1,0 1,1 0,0 1,-10 8,17-13,0 0,0 0,-1 0,1 0,0 0,1 1,-1-1,0 0,0 1,0-1,1 0,-1 1,1-1,-1 1,1-1,-1 1,1-1,0 1,0-1,0 1,0-1,0 1,0-1,0 1,0-1,1 1,-1-1,0 1,1-1,0 0,-1 1,1-1,0 0,-1 1,2 1,4 2,1 1,-1-1,1 0,0 0,0-1,0 0,1 0,0-1,-1 0,13 3,40 11,88 14,177 12,114-9,1193 27,-1208-57,55-24,-421 13,-51 5,-11 1,-86 0,-1821 103,1886-100,-13-1,1 3,0 1,1 1,-1 2,-40 16,74-24,1 1,-1 0,1 0,0 0,0 0,-1 1,1-1,0 1,0-1,0 1,0 0,1 0,-1 0,0 0,1 0,0 0,-1 0,0 3,2-3,-1-1,1 0,1 1,-1-1,0 1,0-1,0 1,1-1,-1 1,1-1,-1 1,1-1,-1 0,1 1,0-1,0 0,0 0,0 0,0 1,0-1,0 0,2 1,7 6,0-1,1 0,0-1,0 0,22 8,269 81,-26-9,-240-73,-24-9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23:25:59.6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3306 499,'115'0,"631"-14,540-13,297 158,-1369-109,-117-12,0-5,1-5,-1-3,0-5,119-25,-112 11,131-45,-226 64,1-1,-1 1,-1-2,1 1,-1-1,15-11,-22 16,-1-1,1 1,-1-1,0 1,1-1,-1 1,1-1,-1 1,0-1,1 0,-1 1,0-1,0 1,0-1,1 0,-1 1,0-1,0 0,0 1,0-1,0 0,0 1,0-1,0 1,0-1,-1 0,1 0,-1 0,0-1,0 1,0 0,0 0,-1 0,1 0,0 0,0 0,-1 0,1 0,-1 0,1 1,-1-1,-1 0,-23-6,0 1,-51-5,-1462-68,267 176,420-19,-724-37,1120-59,-654-111,-155-174,1229 292,-56-26,70 20,21 17,1-1,0 1,0 0,0-1,0 1,0 0,0-1,0 1,0 0,0-1,0 1,0 0,0-1,0 1,0 0,0-1,0 1,0 0,0-1,0 1,0 0,1-1,-1 1,0 0,0-1,0 1,1 0,-1 0,0-1,0 1,1 0,-1 0,0-1,0 1,1 0,-1 0,0 0,1 0,-1 0,0-1,1 1,0 0,10-2,0 0,0 1,1 0,-1 1,0 0,19 3,182 26,131 25,187 24,243 23,255 36,1783 215,35-105,-2446-228,-345-17,316 2,-290-14,-48-3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23:26:00.4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1 179,'13'0,"25"0,32 7,30 9,19 1,16-2,44-3,78-5,76-2,60-9,43-18,-6-17,-49-23,-90-7,-94 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23:27:17.3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0 202,'0'-7,"0"-8,7-3,15-4,30-5,40 2,44-1,19 3,-4 6,-14 5,16 6,49 3,29 2,3 2,-33 7,-29 8,-46 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23:31:04.3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6266 1023,'-1'-1,"1"-1,-1 1,0 0,1 0,-1 0,0-1,0 1,0 0,0 0,0 0,0 0,0 0,0 1,-1-1,1 0,0 0,-1 1,1-1,0 1,-1-1,1 1,0-1,-3 1,-3-3,-82-27,-166-33,155 41,-1312-279,730 149,22 3,-248 22,714 106,182 19,-876-89,-4 51,881 40,0 0,-1 1,1 0,0 1,-1 0,1 1,-18 7,27-9,0 0,0 0,0 0,0 0,0 1,0-1,0 1,1-1,-1 1,1 0,-1-1,1 1,0 0,0 0,-1 0,1 0,-1 4,2-3,-1 1,1-1,0 0,0 0,1 1,-1-1,1 0,-1 0,1 0,0 0,0 0,0 1,1-2,-1 1,1 0,2 3,4 7,1-1,0-1,1 0,0 0,1-1,0 0,1 0,0-2,0 1,1-2,0 1,20 7,20 5,1-3,64 13,137 27,1955 373,-2068-403,-112-19,-31-8,1 0,0 0,0 0,0 0,0 0,-1 0,1 0,0 0,0 0,0 0,0 0,-1 0,1 0,0 1,0-1,0 0,0 0,0 0,-1 0,1 0,0 0,0 0,0 1,0-1,0 0,0 0,0 0,-1 0,1 0,0 1,0-1,0 0,0 0,0 0,0 0,0 0,0 1,0-1,0 0,0 0,0 0,0 1,0-1,0 0,0 0,0 0,0 0,0 0,0 1,0-1,1 0,-1 0,0 0,0 0,0 0,0 1,0-1,0 0,0 0,0 0,1 0,-1 0,0 0,0 0,0 1,0-1,1 0,-95 18,62-13,-143 20,-173 50,235-42,-553 128,-624-20,1707-166,1441 0,-943 25,-496-11,-80-11,-333 22,203-25,-180 20,-1-2,1 0,-1-2,41-19,-54 19,0 0,0-1,-1 0,0-1,0-1,19-23,8-6,-6 10,2 2,1 2,1 1,2 2,53-24,218-75,-303 120,-7 3,1 0,0-1,-1 0,1 0,-1 0,1 0,-1 0,1 0,-1 0,0-1,0 1,0-1,0 0,3-2,-9 2,0 0,-1 1,1 0,0 0,-1 0,1 0,-1 1,1-1,-1 1,-6 1,-174-7,-146-7,-355-44,-49-4,633 53,0 6,0 3,0 5,-130 25,-184 73,-90 16,505-120,-19 4,30 2,83 17,136 17,-63-14,379 63,201 30,157 17,1885 202,-2097-285,-127-31,-123-22,95-22,-341 13,-175 10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23:32:29.1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73,'1'-1,"-1"0,0 0,1 0,-1 0,0 0,1-1,-1 1,1 0,-1 1,1-1,0 0,-1 0,1 0,0 0,0 0,0 1,0-1,0 0,-1 1,1-1,0 1,0-1,0 1,1-1,-1 1,0 0,0-1,0 1,0 0,0 0,2 0,42-1,-39 1,43 2,900 10,-399-37,153-5,-24 34,282-10,-909 2,-47 3,-8 0,-30 0,-91 6,-1 5,-147 32,-260 83,336-80,-3-8,-311 16,-398-42,823-12,-8 2,0-5,-172-28,213 15,52 17,0 0,0 0,0 0,-1 0,1 0,0 0,0 0,0 0,0 0,-1 0,1 0,0 0,0 0,0 0,0-1,0 1,-1 0,1 0,0 0,0 0,0 0,0 0,0-1,0 1,0 0,0 0,-1 0,1 0,0-1,0 1,0 0,0 0,0 0,0 0,0-1,0 1,0 0,0 0,0 0,0 0,0-1,0 1,0 0,1 0,-1 0,0 0,0-1,0 1,0 0,0 0,0 0,0 0,0 0,0-1,1 1,-1 0,0 0,0 0,0 0,0 0,0 0,1 0,-1 0,0 0,0 0,1-1,35-3,47 4,165 23,-117-8,344 37,859 118,65 7,-1396-176,164 17,184-3,-222-24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23:32:30.4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818 1020,'20'9,"0"0,1-1,0-1,0-1,0 0,1-2,35 2,-48-5,-1-1,1 0,0-1,-1 0,1 0,-1-1,1 0,-1-1,0 1,0-2,0 1,0-1,-1 0,0-1,1 0,-1 0,-1 0,1-1,-1 0,0 0,-1-1,7-9,-7 9,-1 0,-1 0,1-1,-2 0,1 1,-1-1,0 0,0 0,-1 0,0-1,0 1,-1 0,0 0,-1 0,0 0,0-1,-1 1,0 0,0 1,-1-1,0 0,-5-9,1 3,-1 1,0 0,-1 1,0 0,-1 0,0 1,-1 0,0 1,-1 0,0 1,-23-13,-25-9,-3 3,0 2,-2 4,-124-28,168 46,0 0,0 2,0 0,-1 1,1 2,-1 0,-40 7,52-5,1 0,-1 0,1 1,0 0,0 1,0-1,1 2,0-1,0 1,0 1,1-1,0 1,0 1,0-1,1 1,0 0,1 1,0-1,-5 13,6-13,1 1,0-1,0 1,1-1,0 1,1 0,0 0,0 0,1 0,0 0,1 0,0-1,0 1,1 0,0 0,0-1,1 1,1-1,-1 0,1 0,0 0,1 0,0-1,0 1,1-1,0-1,0 1,0-1,1 0,0 0,14 8,-19-13,1 1,-1-1,1 0,0 0,-1 0,1 0,0 0,0-1,-1 1,1-1,0 0,0 0,0 0,0 0,0 0,-1-1,1 1,0-1,0 0,-1 0,1 0,0 0,-1 0,1 0,-1-1,1 0,-1 1,0-1,0 0,0 0,0 0,0 0,0 0,0-1,-1 1,1 0,1-5,6-11,-1 1,-1-2,0 1,6-31,-6 23,17-64,16-113,-35 162,-2 0,-1-1,-2 1,-2-1,-9-48,10 82,-1-1,0 1,0 0,-1 0,0 0,-1 0,0 1,0-1,0 1,-6-7,8 11,0 1,-1 0,1 0,-1 0,1 0,-1 1,0-1,1 0,-1 1,0 0,0 0,0 0,0 0,0 0,0 1,0-1,0 1,-1 0,1 0,0 0,0 0,0 1,0-1,0 1,0 0,0-1,0 1,0 1,-3 1,-15 7,2 1,0 1,0 1,1 1,0 0,2 2,0-1,0 2,-14 20,-7 14,2 0,-30 61,-24 69,98-203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23:32:42.7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1537 56,'1'8,"-1"0,2 0,-1 0,1-1,0 1,1 0,-1-1,2 0,-1 1,1-1,0 0,0-1,1 1,0-1,0 0,1 0,-1-1,1 1,0-1,9 5,2 1,1 0,0-1,1-1,0-1,0-1,40 10,50 3,170 9,-225-25,319 22,1465 18,-1136-59,232-2,-910 16,-15 0,-1 1,0-1,0 1,1 1,-1-1,0 2,0-1,0 1,0 0,0 0,11 6,-19-8,0 1,0-1,1 0,-1 0,0 0,0 1,1-1,-1 0,0 0,0 1,0-1,0 0,0 0,1 1,-1-1,0 0,0 1,0-1,0 0,0 1,0-1,0 0,0 0,0 1,0-1,0 0,0 1,0-1,0 0,-1 1,1-1,0 0,0 0,0 1,0-1,0 0,-1 0,1 1,0-1,0 0,0 0,-1 0,1 1,-3 3,0-1,0 1,0-1,-1 1,1-1,-1 0,0-1,0 1,0 0,-7 2,-67 21,-134 19,-96 13,-83 3,-130-7,-137-13,-1656 8,959-32,1261-15,-141 7,374-3,138 4,184 22,212 34,110 24,684 67,-946-129,-145-32,-241-4,263-51,-384 57,-1 0,0 0,1 1,-1 1,1 0,-1 1,17 3,0 3,54 21,94 21,-38-12,-138-37,-1 0,1 0,0 1,0-1,-1 1,1 0,0-1,-1 1,1 0,-1 0,1 0,-1 0,1 0,-1 1,3 1,-9-2,0 0,0-1,0 1,0-1,1 0,-1-1,0 1,0-1,-8-2,-202-38,-167-38,6 3,-816-181,-879-306,1831 484,223 73,1 0,-1-1,1-1,-23-16,38 24,0 0,0-1,0 0,0 1,0-1,0 1,0-1,0 0,0 0,1 0,-1 1,0-1,1 0,-1 0,1 0,-1 0,1 0,-1 0,1 0,-1 0,1 0,0-1,0 1,0 0,0 0,-1 0,1 0,1 0,-1 0,0 0,0-1,0 1,1 0,-1 0,0 0,1 0,-1 0,1 0,-1 0,1 0,0 0,-1 0,1 1,0-1,0 0,0-1,5-2,0 1,0 0,0-1,0 2,0-1,0 1,9-2,22-5,0 3,45-3,207 5,143 38,1350 155,-1764-187,542 73,-486-58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23:49:07.1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541 510,'0'3,"1"0,-1 0,1 0,-1 0,1 0,0 0,0 0,0-1,1 1,-1 0,1 0,-1-1,1 1,0-1,0 0,0 0,0 1,4 2,2 0,-1 0,1 0,0 0,0-1,18 6,19 2,1-1,0-3,93 5,-137-13,249 12,0-11,283-36,506-113,34-3,5 94,59-8,-1117 63,42-4,96-23,-117 14,-42 15,0 0,-1 0,1 0,0-1,0 1,0 0,0 0,-1 0,1 0,0 0,0 0,0-1,0 1,0 0,0 0,-1 0,1 0,0 0,0-1,0 1,0 0,0 0,0 0,0-1,0 1,0 0,0 0,0 0,0 0,0-1,0 1,0 0,0 0,0 0,0-1,0 1,0 0,0 0,0 0,1 0,-1-1,0 1,0 0,-37-2,-1 3,-72 9,75-6,-1138 170,748-94,-23-41,-76-47,-1200-119,1058 69,214 20,84 2,319 31,-347-53,380 54,1 0,-1-1,2 0,-18-9,31 13,0 1,-1-1,1 1,0-1,0 1,0-1,-1 1,1-1,0 0,0 0,0 0,0 1,0-1,1 0,-1 0,0 0,0-1,1 1,-1 0,0 0,1 0,-1 0,1-1,0 1,-1 0,1 0,0-1,0 1,0 0,0-3,1 2,0 1,1-1,0 0,-1 0,1 1,0-1,0 1,-1 0,1-1,0 1,0 0,1 0,-1 0,0 1,0-1,3 0,29-7,0 1,1 2,67-2,-92 7,768-3,8 42,-41-3,-587-30,250 42,77 55,-105-32,-286-60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23:49:08.8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1,'20'9,"2"-2,-1 0,1-1,0-1,37 3,-5 0,1397 158,437-144,-1329-25,-472 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23:49:37.1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1 246,'0'-1,"0"0,0 0,1 0,-1 0,1 0,-1-1,1 1,-1 0,1 0,0 0,-1 0,1 1,0-1,0 0,-1 0,1 0,0 0,0 1,0-1,0 0,0 1,0-1,0 1,0 0,1-1,-1 1,2-1,39-6,-35 6,114-7,0 6,-1 4,1 6,-1 5,-1 6,120 34,532 161,21 5,9-63,-559-136,359-17,-313-8,182 7,158-1,-10-31,-555 24,175-20,-189 17,0-1,81-29,-117 33,-1 0,1-1,-1 0,0-1,-1 0,0-1,0 0,-1 0,0-2,15-19,19-20,-38 46,-1-1,1 1,0 0,0 0,0 1,1 0,-1 0,1 0,-1 1,1 0,0 0,0 1,11-1,11 0,-1 2,32 3,-15-1,-14-1,824 36,-694-25,585 17,-742-29,37-2,70-11,-102 9,-15 1,-21-2,-1 2,1 1,-40 2,-5 0,-833-16,-1198-9,1222-19,-207-137,471 91,588 87,-300-46,177 22,-300-13,356 43,-75-3,135-6,36 6,0 0,0 0,1 0,-1 0,0 0,1 0,-1 0,0 0,1 0,-1 0,0 0,1 0,-1-1,0 1,0 0,1 0,-1 0,0 0,1 0,-1-1,0 1,0 0,1 0,-1-1,0 1,0 0,0 0,1-1,-1 1,0 0,0 0,0-1,0 1,0 0,0-1,0 1,1 0,-1-1,0 1,0 0,0 0,0-1,0 1,0 0,-1-1,1 1,0 0,0-1,0 1,0 0,0-1,0 1,0 0,-1 0,1-1,0 1,0 0,0 0,-1-1,1 1,0 0,0 0,-1 0,1-1,0 1,0 0,-1 0,1 0,-1 0,17-5,0 0,0 2,17-2,416-42,-429 45,386-28,144 2,144 8,2709 102,-3063-61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3T00:03:18.8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10,'9'1,"0"0,0 1,0 0,0 1,-1 0,1 0,8 5,18 7,38 8,1-3,0-3,1-4,1-3,110 1,471-72,-136 3,-18 43,150 32,97 23,146 6,1-37,92-68,302-2,-219 128,-9 65,-1022-126,265 46,-276-40,-29-12,-1 0,0 0,0 0,0 0,0 0,0 0,1 1,-1-1,0 0,0 0,0 0,0 0,0 0,0 1,0-1,0 0,1 0,-1 0,0 0,0 1,0-1,0 0,0 0,0 0,0 1,0-1,0 0,0 0,0 0,0 0,-1 1,1-1,0 0,0 0,0 0,0 0,0 1,0-1,0 0,0 0,0 0,-1 0,1 0,0 0,0 1,0-1,0 0,0 0,-1 0,1 0,0 0,0 0,0 0,0 0,-1 0,1 0,0 0,0 0,0 0,0 0,-1 0,-54 9,-271 10,249-16,-291 11,-90 6,-86 0,-202-1,-419 15,2 48,-816 219,1753-251,219-49,-11 3,1 0,1 2,-25 9,40-14,1-1,0 0,-1 0,1 0,0 0,-1 0,1 0,-1 1,1-1,0 0,-1 0,1 1,0-1,0 0,-1 0,1 1,0-1,0 0,-1 1,1-1,0 0,0 1,0-1,0 1,-1-1,1 0,0 1,0-1,0 1,0-1,0 0,0 1,0-1,0 1,0-1,0 0,0 1,0-1,1 1,-1-1,0 0,0 1,0-1,0 0,1 1,-1-1,0 0,0 1,1-1,-1 0,0 0,0 1,1-1,5 3,0 0,1 0,-1-1,0 0,1 0,12 1,230 25,229 9,245 16,188 21,1101 131,247 21,-1899-201,-331-23,1-1,-1-2,53-8,-81 10,0-1,-1 0,1 0,-1 0,1-1,-1 1,1 0,-1 0,1 0,-1 0,1 0,0-1,-1 1,0 0,1 0,-1-1,1 1,-1 0,1-1,-1 1,1-1,-1 1,0-1,1 1,-1 0,0-1,0 1,1-1,-1 1,0-1,0 1,0-1,1 0,-1 1,0-1,0 1,0-1,0 1,0-1,0 1,0-1,-1-1,-1 0,0-1,-1 0,0 1,0-1,0 1,0 0,0 0,0 0,-7-3,-46-19,-104-31,-217-40,-451-49,-28 41,-2-1,-1478-275,1078 164,1237 212,-257-31,247 33,0 2,0 1,0 1,0 2,0 1,-45 15,-216 100,-33 10,286-118,1-2,-1-1,-1-2,1-2,-56 2,9-11,1-5,0-2,-88-24,-255-85,180 45,-63-15,-154-43,382 111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3T00:03:34.0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8,'0'0,"1"-1,-1 1,0 0,0-1,0 1,0 0,0 0,0-1,0 1,0 0,1-1,-1 1,0 0,0 0,0-1,0 1,1 0,-1 0,0-1,0 1,1 0,-1 0,0 0,1 0,-1-1,0 1,0 0,1 0,-1 0,0 0,1 0,-1 0,0 0,1 0,-1 0,0 0,1 0,-1 0,0 0,0 0,1 0,-1 0,0 0,1 0,-1 1,0-1,0 0,1 0,-1 0,0 0,1 1,27 13,-2 0,20 2,0-1,0-3,88 12,489 32,17-44,-468-11,2283-22,-1258 2,-996 12,-157 2,49-13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3T00:03:36.2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1 396,'70'-5,"0"-2,0-4,127-37,76-13,303 9,13 38,-21 1,-350 2,341-61,-521 65,-1-1,0-3,-1 0,0-3,51-26,-71 29,-38 18,-113 63,-17-4,-165 48,19-8,-230 112,127-50,210-91,191-77,-4 1,1 0,-1 0,1 1,0-1,-1 1,1-1,0 1,0 0,-3 3,6-4,-1-1,1 0,0 1,0-1,0 1,-1-1,1 0,0 1,0-1,0 1,0-1,0 1,0-1,0 0,0 1,0-1,0 1,0-1,0 1,1-1,-1 0,0 1,0-1,0 1,0-1,1 0,-1 1,0-1,0 0,1 1,24 16,17 2,2-2,0-2,59 13,-78-22,644 141,-449-102,1223 166,-771-162,-553-44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3T00:04:31.3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3916 774,'-7'0,"-15"0,-11 0,-13 0,-45 0,-73-6,-83-23,-58-33,-71-19,-51-9,-26-9,18-1,56 10,65 13,67 20,69 20,57 9,50 10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3T00:13:53.8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4709 1156,'-27'-12,"1"1,-2 0,0 2,-30-5,-125-10,174 24,-280-25,-1571-176,1720 178,-199-60,331 80,10 4,27 9,86 27,187 42,158 8,638 22,21-99,-921-14,565-21,-15-36,-527 27,-195 29,-1-1,1 0,28-13,-52 18,1 0,-1 0,0 0,-1 0,1-1,0 1,0 0,0-1,-1 0,1 1,-1-1,3-3,-4 4,0 0,1 1,-1-1,0 0,0 0,0 0,0 0,0 0,0 0,0 0,0 0,0 1,0-1,0 0,-1 0,1 0,0 0,-1 0,1 1,-1-1,1 0,-1 0,1 1,-1-1,1 0,-2 0,-9-8,0 1,-1 1,0 0,0 1,0 0,-1 1,-19-6,-223-59,-153-12,-176-25,-163-26,-2361-243,2503 346,141 19,141 15,279-2,-91 8,121-8,0 0,1 2,-1-1,1 2,0 0,-18 9,30-14,0 1,0-1,0 0,0 1,0-1,0 1,0-1,0 1,0-1,0 1,1 0,-1-1,0 1,0 0,1 0,-1-1,0 1,1 0,-1 0,1 0,-1 0,1 0,0 0,-1 0,1 0,0 0,0 0,0 0,-1 0,1 0,0 0,0 0,1 0,-1 0,0 0,0 0,0 0,1 0,-1 0,0 0,1 0,-1 0,1 0,-1 0,1 0,1 1,4 4,0-1,0 0,0 0,1-1,8 5,-11-6,44 23,1-1,81 27,114 22,-162-51,583 155,-324-91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3T00:17:38.25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356 513,'-1'-6,"1"0,1 0,-1 0,1 0,0 0,0 1,1-1,0 0,0 1,0-1,1 1,5-9,-3 8,0 0,1 0,0 1,0 0,1 0,-1 0,1 1,0 0,10-4,28-12,0 2,1 3,58-13,147-18,-204 39,591-112,-480 85,2 6,1 7,1 8,0 6,211 19,174 48,587 145,216 171,-1051-281,461 128,-487-166,-224-51,-47-8,-7-1,-28-7,-294-61,26 28,-109 5,-103 5,-114-10,-1782-195,1263 117,664 73,108 9,-78-19,351 38,99 20,0 0,0 0,1-1,-1 1,0-1,0 0,0 1,1-1,-1 0,0 0,1 0,-1 0,0-1,1 1,0 0,-1-1,1 1,0-1,-1 1,1-1,-1-2,2 4,0-1,1 0,-1 0,0 1,0-1,1 0,-1 1,1-1,-1 0,0 1,1-1,-1 1,1-1,0 0,-1 1,1-1,-1 1,1 0,0-1,-1 1,1 0,1-1,37-12,24 4,77-3,267 1,213 9,194 10,1247 40,782 9,-2793-57,421-9,-440 5,-30 2,-9 0,-229-14,103 11,-232-15,-95-5,-89-1,-1250-37,-361-17,1651 55,89 7,245 11,-349-6,507 13,-47 3,61-3,0 1,1 0,-1-1,0 1,0 1,1-1,-1 0,1 1,-1 0,1 0,-5 3,8-4,-1-1,1 0,0 1,-1-1,1 0,0 1,0-1,-1 1,1-1,0 0,0 1,0-1,0 1,-1-1,1 1,0-1,0 1,0-1,0 1,0-1,0 1,0-1,0 1,1-1,-1 0,0 1,0-1,0 1,0-1,1 1,-1-1,0 0,0 1,1-1,-1 1,0-1,1 0,-1 1,0-1,1 0,-1 0,0 1,1-1,-1 0,1 0,-1 0,1 1,-1-1,0 0,1 0,-1 0,2 0,60 22,27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3T00:19:38.6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1,'4'0,"701"23,997 168,-1240-165,-432-27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3T00:19:39.8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341 458,'-64'3,"-101"18,158-20,-4 1,0 0,0 0,0 1,0 1,-10 4,19-7,0 0,1 0,-1-1,0 1,1 0,-1 0,1 1,-1-1,1 0,0 0,0 1,-1-1,1 1,0-1,0 1,0-1,0 1,1 0,-1-1,0 1,1 0,-1 0,1-1,0 1,-1 0,1 0,0 0,0 0,0 0,0-1,1 1,-1 0,0 0,1 0,-1-1,1 1,0 0,-1 0,1-1,1 2,4 5,-1 0,1 0,1-1,-1 0,1 0,0-1,12 8,46 29,1-3,2-3,129 51,74 13,3-12,422 80,594 10,-1232-173,9 2,-1-3,91-6,-120-8,-36 9,-1 0,1 0,-1-1,1 1,-1 0,1-1,-1 1,1-1,-1 1,0 0,1-1,-1 1,0-1,1 1,-1-1,0 1,0-1,1 1,-1-1,0 0,0 1,0-1,0 1,0-1,0 1,0-1,0 0,0 1,0-1,0 0,-2-3,-1 0,1 0,-1 1,0-1,0 1,0-1,0 1,-1 0,0 0,1 1,-5-3,-44-29,-2 3,0 2,-2 3,-1 2,-66-18,-316-70,380 99,-245-53,-488-119,756 175,-67-20,96 27,0 1,0-2,0 1,0-1,1 0,-1 0,1-1,0 0,-9-8,15 12,-1 0,1 0,-1 0,0 0,1 1,0-1,-1 0,1 0,-1 0,1 0,0 0,0 0,0-1,0 1,0 0,0 0,0 0,0 0,0 0,0 0,0 0,1 0,-1 0,0 0,1 0,-1 0,1 0,-1 0,1 0,-1 1,1-1,0 0,-1 0,1 0,0 1,0-1,-1 0,1 1,0-1,0 1,0-1,2 0,9-6,1 0,-1 1,2 0,-1 1,0 0,17-2,103-18,-90 19,491-59,-105 17,-23-11,267-35,-7 44,-1687 59,1008-9,-44-1,-100-13,137 7,20 7,-1-1,1 1,0 0,-1-1,1 1,0 0,0-1,0 1,-1 0,1-1,0 1,0 0,0-1,0 1,0-1,0 1,0 0,0-1,0 1,0-1,0 1,0 0,0-1,0 1,0-1,0 1,0 0,0-1,1 1,-1-1,0 1,4-6,1 1,-1 0,1 0,0 0,0 1,0-1,1 1,8-4,9-6,0 2,1 0,0 2,0 0,42-9,152-18,522-14,15 46,-512 6,17-7,-203 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3T00:24:13.7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2371 711,'-8'-1,"-1"0,0-1,1 0,-1 0,1-1,0 0,0 0,-15-10,-9-2,-498-194,94 40,-55-27,487 194,-9-2,1-2,-1 1,1-2,1 1,-19-15,30 21,-1 0,1-1,-1 1,1 0,-1-1,1 1,0 0,-1-1,1 1,0 0,-1-1,1 1,0-1,-1 1,1-1,0 1,0-1,-1 1,1-1,0 1,0-1,0 1,0-1,0 1,0-1,0 1,0-1,0 1,0-1,0 1,0-1,0 1,1-1,-1 1,0-1,0 1,0-1,1 1,-1-1,1 0,25-8,28 2,0 2,103 5,-53 2,174 4,1 12,413 82,967 293,-550-119,-40-85,-1036-187,-33-2,0 0,0 0,1 0,-1 0,0 0,0 0,0 0,0 0,0 0,1-1,-1 1,0 0,0 0,0 0,0 0,0 0,0 0,0-1,1 1,-1 0,0 0,0 0,0 0,0 0,0-1,0 1,0 0,0 0,0 0,0 0,0-1,0 1,0 0,0 0,0 0,0 0,0-1,0 1,0 0,0 0,0 0,0 0,-1 0,1-1,0 1,0 0,0 0,0 0,0 0,0 0,0 0,-1 0,1-1,0 1,0 0,0 0,0 0,0 0,-1 0,1 0,0 0,0 0,0 0,0 0,0 0,-1 0,1 0,0 0,-55-26,-91-25,-3 6,-1 7,-177-22,-475-13,322 51,-1572-42,842 30,864 20,-63-24,338 23,63 8,18 2,18 0,0 1,1 2,53 1,-12 1,1666-1,-938 4,-552-11,-200 3,-1-2,0-1,50-18,-88 24,0 0,-1-1,1 0,-1 0,0 0,0-1,0 0,0 0,-1-1,1 1,-1-1,-1 0,1-1,-1 1,0-1,4-6,10-23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3T00:25:17.6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5996 232,'-73'-4,"-128"-21,21 0,-671-2,691 27,-498-1,-741-7,6-50,996 28,-135-12,380 30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3T00:25:19.1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2451 312,'-16'0,"1"-1,-1 2,0 0,1 1,0 1,0 0,-1 1,-15 6,30-9,-1-1,1 1,-1-1,1 1,0 0,-1 0,1 0,0 0,-1 0,1 0,0 0,0 0,0 0,0 1,0-1,0 0,1 1,-2 1,2-2,0 0,0 0,0-1,0 1,0 0,1 0,-1 0,0 0,0 0,1 0,-1 0,0 0,1-1,-1 1,1 0,-1 0,1-1,0 1,-1 0,1-1,0 1,-1 0,2 0,5 4,1 0,0-1,0 0,0 0,1-1,13 4,62 12,0-4,127 7,-132-14,377 31,159 6,1250 36,-6-117,-1255-10,-139-4,-148 5,-295 42,0-1,-1-1,0-1,0 0,28-14,-49 20,1 0,0-1,0 1,0-1,-1 1,1-1,0 1,-1-1,1 1,-1-1,1 0,0 1,-1-1,1 0,-1 1,0-1,1 0,-1 0,0 0,1 0,-1 1,0-1,0 0,0 0,0 0,0 0,0 0,0 1,0-1,0 0,0 0,0-1,-2 0,0 0,1-1,-1 1,0 0,0 0,0 0,-1 1,1-1,0 0,-1 1,1 0,-1-1,-2 0,-31-11,-1 1,0 1,-48-6,-254-29,-121 8,-111 3,-1623-68,1258 62,-313-6,-10 45,1066 12,-278 52,-180 80,581-126,-33 7,2 4,-172 71,211-65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3T00:25:19.5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205E34-1EAD-10E1-BB0F-3E96FBC6C9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16E7A8-A40A-7DE5-391E-1E23762447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18D079-9C03-65FC-EB06-9CE0A9E17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C41E-2A07-4BD7-8961-C9AD9E59081F}" type="datetimeFigureOut">
              <a:rPr lang="es-GT" smtClean="0"/>
              <a:t>2/04/2026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E79639-3EB7-755F-5D8B-4A8E90589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B3A6C9-16A9-25FE-C0B5-F35A4F50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34DA-8612-4087-899B-11B6A55ADF4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319037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E5029-3EAC-BBB0-E01A-1C4B00814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5108B0-2716-CBC0-8576-995D80A12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CECD64-CA35-02BA-46B5-8D5A04698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C41E-2A07-4BD7-8961-C9AD9E59081F}" type="datetimeFigureOut">
              <a:rPr lang="es-GT" smtClean="0"/>
              <a:t>2/04/2026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607E6E-FA31-BE24-D3C5-DB2673ABE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98C4DE-FB5D-1F0F-0E17-AE4362005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34DA-8612-4087-899B-11B6A55ADF4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364406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6468CD-C992-1D27-9576-16387A337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8AC91A-CFA4-76FD-9257-31D151677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57D3D3-15FD-6AB0-4919-0F608B123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C41E-2A07-4BD7-8961-C9AD9E59081F}" type="datetimeFigureOut">
              <a:rPr lang="es-GT" smtClean="0"/>
              <a:t>2/04/2026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3165C4-BB13-7C05-3FF6-A6B39D121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25EAAC-6BF3-6931-D14A-277FA2F99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34DA-8612-4087-899B-11B6A55ADF4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57680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61F509-0F3F-7CB9-7A85-D95CE23E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52A2E8-2482-BA39-8CD4-233405106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33976C-9DD3-0EAA-2EEB-F0EE70973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C5C397-76A1-B9C4-B633-AD3E15A34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C41E-2A07-4BD7-8961-C9AD9E59081F}" type="datetimeFigureOut">
              <a:rPr lang="es-GT" smtClean="0"/>
              <a:t>2/04/2026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46493C-AD2A-1660-1F5F-2D03320AC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831BB8-AFA0-C827-4F30-36A5BB721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34DA-8612-4087-899B-11B6A55ADF4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832111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56549-A7F7-012A-D363-7F24C7EC4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EA886C-476C-F10F-CFD0-891B2D7FD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B0EE02-B53E-7C59-B08B-02403E7EA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A6379AF-A706-1C5A-F50C-0101AB8729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807A82F-3DD5-0C2B-741B-947D8C700F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472E6EA-911C-17A7-6EFC-DE37B107D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C41E-2A07-4BD7-8961-C9AD9E59081F}" type="datetimeFigureOut">
              <a:rPr lang="es-GT" smtClean="0"/>
              <a:t>2/04/2026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D428422-3166-864D-120F-5A1A2AE6A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90BE236-AE50-E681-79AE-642FD0D4C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34DA-8612-4087-899B-11B6A55ADF4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700500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870B71-4CD8-E75F-6312-C280AA5AB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C7B9B58-8BEA-2CF4-101F-6B569B8B3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C41E-2A07-4BD7-8961-C9AD9E59081F}" type="datetimeFigureOut">
              <a:rPr lang="es-GT" smtClean="0"/>
              <a:t>2/04/2026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601947-0828-5B73-96A0-1C0F36F4E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B863DF-A555-1BB7-DDC9-9BE5B835A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34DA-8612-4087-899B-11B6A55ADF4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924476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D2696C-F84A-8FAB-4326-4ECD98F97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C41E-2A07-4BD7-8961-C9AD9E59081F}" type="datetimeFigureOut">
              <a:rPr lang="es-GT" smtClean="0"/>
              <a:t>2/04/2026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8976C9-3F79-98D9-F290-B761763A2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ABFF5D-198C-F942-2787-2C7CAE092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34DA-8612-4087-899B-11B6A55ADF4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70438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E02D4-545F-E026-8BA7-2D7AD06EB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1CC624-1589-562C-3455-3BD3300C6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8BD10D-61EC-48AF-3E54-317B927EB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271A646-C09C-E7CF-23F9-B0D8D3733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C41E-2A07-4BD7-8961-C9AD9E59081F}" type="datetimeFigureOut">
              <a:rPr lang="es-GT" smtClean="0"/>
              <a:t>2/04/2026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51097A-FF0A-F0BA-AF5D-1233F1A95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F0886E-DB84-6E8E-B99F-A83BFA2E0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34DA-8612-4087-899B-11B6A55ADF4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07320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2C39E-1FBA-187C-7AC2-76F42CD47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ECB8C26-74BC-B293-6E7B-C3CF741587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C6F7AB-9B78-5D06-6BFD-7B93C2962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81C715-5B6E-C0D1-08BC-29E9C7408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C41E-2A07-4BD7-8961-C9AD9E59081F}" type="datetimeFigureOut">
              <a:rPr lang="es-GT" smtClean="0"/>
              <a:t>2/04/2026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F4AEC2-E74D-C11B-1612-A6785D7F0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CA47BC-FC7B-8CAE-C2BB-50167A2F6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34DA-8612-4087-899B-11B6A55ADF4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095312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4D681B-1BBA-1F24-FD10-E362245AA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B3545F-2624-CF9C-4D39-BA74D5BD7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5AB531-D056-ED62-DF0A-E4AC0D9C7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C41E-2A07-4BD7-8961-C9AD9E59081F}" type="datetimeFigureOut">
              <a:rPr lang="es-GT" smtClean="0"/>
              <a:t>2/04/2026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412CFF-5130-66FC-0883-56C74C0F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854D3F-E578-4722-8FE8-84EC229B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34DA-8612-4087-899B-11B6A55ADF4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080318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E940C-40FE-F4F8-F9B3-25D318F035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9F1236-6DDF-5968-B903-13290E0D8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860044-28A8-26EC-A3CA-7EF4F0FFC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C41E-2A07-4BD7-8961-C9AD9E59081F}" type="datetimeFigureOut">
              <a:rPr lang="es-GT" smtClean="0"/>
              <a:t>2/04/2026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932363-193E-4F08-A9FA-33CF669CF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B9B522-E4F1-0A4C-A08A-61B80CBC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34DA-8612-4087-899B-11B6A55ADF4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402839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5A7CC16-B018-938C-20C1-2F37C1E0B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592D1B-771F-9D5D-DF75-061EF6B7B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D45DDA-F6E6-75EF-B042-EAA309622E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E7C41E-2A07-4BD7-8961-C9AD9E59081F}" type="datetimeFigureOut">
              <a:rPr lang="es-GT" smtClean="0"/>
              <a:t>2/04/2026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31FBAA-B0DF-2CF8-49D8-C1EA5077CB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602ADB-51C6-F6E0-B10D-1012814C1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334DA-8612-4087-899B-11B6A55ADF4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703383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customXml" Target="../ink/ink13.xml"/><Relationship Id="rId18" Type="http://schemas.openxmlformats.org/officeDocument/2006/relationships/image" Target="../media/image21.png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12" Type="http://schemas.openxmlformats.org/officeDocument/2006/relationships/image" Target="../media/image18.png"/><Relationship Id="rId17" Type="http://schemas.openxmlformats.org/officeDocument/2006/relationships/customXml" Target="../ink/ink15.xml"/><Relationship Id="rId2" Type="http://schemas.openxmlformats.org/officeDocument/2006/relationships/image" Target="../media/image13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11" Type="http://schemas.openxmlformats.org/officeDocument/2006/relationships/customXml" Target="../ink/ink12.xml"/><Relationship Id="rId5" Type="http://schemas.openxmlformats.org/officeDocument/2006/relationships/customXml" Target="../ink/ink9.xml"/><Relationship Id="rId15" Type="http://schemas.openxmlformats.org/officeDocument/2006/relationships/customXml" Target="../ink/ink14.xml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customXml" Target="../ink/ink11.xml"/><Relationship Id="rId1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customXml" Target="../ink/ink17.xml"/><Relationship Id="rId7" Type="http://schemas.openxmlformats.org/officeDocument/2006/relationships/customXml" Target="../ink/ink19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customXml" Target="../ink/ink18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customXml" Target="../ink/ink23.xml"/><Relationship Id="rId7" Type="http://schemas.openxmlformats.org/officeDocument/2006/relationships/customXml" Target="../ink/ink25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png"/><Relationship Id="rId5" Type="http://schemas.openxmlformats.org/officeDocument/2006/relationships/customXml" Target="../ink/ink24.xml"/><Relationship Id="rId4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0.png"/><Relationship Id="rId4" Type="http://schemas.openxmlformats.org/officeDocument/2006/relationships/customXml" Target="../ink/ink2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7.png"/><Relationship Id="rId5" Type="http://schemas.openxmlformats.org/officeDocument/2006/relationships/customXml" Target="../ink/ink29.xml"/><Relationship Id="rId4" Type="http://schemas.openxmlformats.org/officeDocument/2006/relationships/image" Target="../media/image6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0.xml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6.png"/><Relationship Id="rId5" Type="http://schemas.openxmlformats.org/officeDocument/2006/relationships/customXml" Target="../ink/ink33.xml"/><Relationship Id="rId4" Type="http://schemas.openxmlformats.org/officeDocument/2006/relationships/image" Target="../media/image7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1.png"/><Relationship Id="rId5" Type="http://schemas.openxmlformats.org/officeDocument/2006/relationships/customXml" Target="../ink/ink36.xml"/><Relationship Id="rId4" Type="http://schemas.openxmlformats.org/officeDocument/2006/relationships/image" Target="../media/image8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.xml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.xml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5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.xml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8.png"/><Relationship Id="rId5" Type="http://schemas.openxmlformats.org/officeDocument/2006/relationships/customXml" Target="../ink/ink40.xml"/><Relationship Id="rId4" Type="http://schemas.openxmlformats.org/officeDocument/2006/relationships/image" Target="../media/image8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2.xml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.xml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.xml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7.png"/><Relationship Id="rId5" Type="http://schemas.openxmlformats.org/officeDocument/2006/relationships/customXml" Target="../ink/ink45.xml"/><Relationship Id="rId4" Type="http://schemas.openxmlformats.org/officeDocument/2006/relationships/image" Target="../media/image96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6.xml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2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customXml" Target="../ink/ink47.xml"/><Relationship Id="rId7" Type="http://schemas.openxmlformats.org/officeDocument/2006/relationships/customXml" Target="../ink/ink49.xml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5.png"/><Relationship Id="rId5" Type="http://schemas.openxmlformats.org/officeDocument/2006/relationships/customXml" Target="../ink/ink48.xml"/><Relationship Id="rId4" Type="http://schemas.openxmlformats.org/officeDocument/2006/relationships/image" Target="../media/image104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421EB1-4C5B-9E51-A3F4-6B38A1930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ATRIBUTOS PARA BLOQUES 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577637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C5C2D6-B519-988A-FAB2-15AF88A6B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C323068-7F9A-CCEB-C76F-23A81D659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683" y="365125"/>
            <a:ext cx="2505425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56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43D8CD-5510-41E3-0ABD-336AC8A86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39B32F4-33A3-5B98-B1DA-CB2CE98E9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628" y="2000050"/>
            <a:ext cx="4248743" cy="28578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10BCF62A-E383-EC3C-29FB-5F2851999718}"/>
                  </a:ext>
                </a:extLst>
              </p14:cNvPr>
              <p14:cNvContentPartPr/>
              <p14:nvPr/>
            </p14:nvContentPartPr>
            <p14:xfrm>
              <a:off x="4417288" y="3807713"/>
              <a:ext cx="2357640" cy="28404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10BCF62A-E383-EC3C-29FB-5F28519997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45648" y="3664073"/>
                <a:ext cx="2501280" cy="57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8813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B508A-1A67-FC29-B025-F941D8EFF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7767C73-AC38-7C80-CD41-849C71086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331" y="0"/>
            <a:ext cx="4585338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4223BAE8-6D7B-C584-7841-FD1C70C4F4CD}"/>
                  </a:ext>
                </a:extLst>
              </p14:cNvPr>
              <p14:cNvContentPartPr/>
              <p14:nvPr/>
            </p14:nvContentPartPr>
            <p14:xfrm>
              <a:off x="6885448" y="986393"/>
              <a:ext cx="2734560" cy="35712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4223BAE8-6D7B-C584-7841-FD1C70C4F4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13448" y="842753"/>
                <a:ext cx="2878200" cy="64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825BCD3A-A86C-39F4-8183-9314DF16F1E9}"/>
                  </a:ext>
                </a:extLst>
              </p14:cNvPr>
              <p14:cNvContentPartPr/>
              <p14:nvPr/>
            </p14:nvContentPartPr>
            <p14:xfrm>
              <a:off x="5229448" y="3573353"/>
              <a:ext cx="266400" cy="235512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825BCD3A-A86C-39F4-8183-9314DF16F1E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7808" y="3429353"/>
                <a:ext cx="410040" cy="264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C0EB90F7-0CE8-C1C9-7B9A-E3A0ED1D3291}"/>
                  </a:ext>
                </a:extLst>
              </p14:cNvPr>
              <p14:cNvContentPartPr/>
              <p14:nvPr/>
            </p14:nvContentPartPr>
            <p14:xfrm>
              <a:off x="5392888" y="3862433"/>
              <a:ext cx="178200" cy="270828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C0EB90F7-0CE8-C1C9-7B9A-E3A0ED1D329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21248" y="3718433"/>
                <a:ext cx="321840" cy="29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94D5FAAD-AB5A-ECE6-231A-4DFA760A63A4}"/>
                  </a:ext>
                </a:extLst>
              </p14:cNvPr>
              <p14:cNvContentPartPr/>
              <p14:nvPr/>
            </p14:nvContentPartPr>
            <p14:xfrm>
              <a:off x="5122168" y="3246774"/>
              <a:ext cx="151200" cy="318744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94D5FAAD-AB5A-ECE6-231A-4DFA760A63A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50528" y="3102774"/>
                <a:ext cx="294840" cy="347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D729FFD9-025B-2AC4-7671-59336C641401}"/>
                  </a:ext>
                </a:extLst>
              </p14:cNvPr>
              <p14:cNvContentPartPr/>
              <p14:nvPr/>
            </p14:nvContentPartPr>
            <p14:xfrm>
              <a:off x="5355448" y="3918534"/>
              <a:ext cx="77760" cy="689400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D729FFD9-025B-2AC4-7671-59336C64140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83448" y="3774534"/>
                <a:ext cx="221400" cy="97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9671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76AF7-E8C1-84C8-DC8C-15334FF8D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COMANDO LTS para escala </a:t>
            </a:r>
            <a:endParaRPr lang="es-GT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91114752-02E2-CE27-AEF4-88619B46BDF6}"/>
                  </a:ext>
                </a:extLst>
              </p14:cNvPr>
              <p14:cNvContentPartPr/>
              <p14:nvPr/>
            </p14:nvContentPartPr>
            <p14:xfrm>
              <a:off x="8072368" y="1063073"/>
              <a:ext cx="17280" cy="36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91114752-02E2-CE27-AEF4-88619B46BD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00728" y="919433"/>
                <a:ext cx="160920" cy="288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E3DF6209-516C-3E60-11DC-E84074F1F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9238" y="1690688"/>
            <a:ext cx="5761058" cy="397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685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DF2F6A-555E-7AEA-07F4-3272E6807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Ahora comando de atributo ATT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2945743-7C16-90F5-95D8-E4BAF0E5C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184" y="1589394"/>
            <a:ext cx="7515910" cy="411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18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86EBF6-A471-D58E-B7DD-EDCCC48F9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98B60DA-9AFE-FBD7-4B30-5DD729A87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429" y="1183071"/>
            <a:ext cx="6277851" cy="51823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CF68A56A-DF8D-B74B-2A8A-4352B51A8C56}"/>
                  </a:ext>
                </a:extLst>
              </p14:cNvPr>
              <p14:cNvContentPartPr/>
              <p14:nvPr/>
            </p14:nvContentPartPr>
            <p14:xfrm>
              <a:off x="6708328" y="4335833"/>
              <a:ext cx="1121040" cy="1260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CF68A56A-DF8D-B74B-2A8A-4352B51A8C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54328" y="4227833"/>
                <a:ext cx="122868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E073AFED-FD6E-5562-BABE-DDC2E2CFEFCB}"/>
                  </a:ext>
                </a:extLst>
              </p14:cNvPr>
              <p14:cNvContentPartPr/>
              <p14:nvPr/>
            </p14:nvContentPartPr>
            <p14:xfrm>
              <a:off x="6652168" y="4659833"/>
              <a:ext cx="1285920" cy="18180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E073AFED-FD6E-5562-BABE-DDC2E2CFEF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98528" y="4552193"/>
                <a:ext cx="139356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F26E8836-CD34-F0A5-983A-DD43CBFFF30F}"/>
                  </a:ext>
                </a:extLst>
              </p14:cNvPr>
              <p14:cNvContentPartPr/>
              <p14:nvPr/>
            </p14:nvContentPartPr>
            <p14:xfrm>
              <a:off x="3293368" y="4018673"/>
              <a:ext cx="1282680" cy="8748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F26E8836-CD34-F0A5-983A-DD43CBFFF30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39368" y="3910673"/>
                <a:ext cx="139032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7D878B3B-FD5A-F563-D404-FABEF2782BF5}"/>
                  </a:ext>
                </a:extLst>
              </p14:cNvPr>
              <p14:cNvContentPartPr/>
              <p14:nvPr/>
            </p14:nvContentPartPr>
            <p14:xfrm>
              <a:off x="3414328" y="3093833"/>
              <a:ext cx="1369800" cy="10620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7D878B3B-FD5A-F563-D404-FABEF2782BF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60688" y="2986193"/>
                <a:ext cx="147744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3753447E-958A-483F-EEF9-C1DCEED4F2AB}"/>
                  </a:ext>
                </a:extLst>
              </p14:cNvPr>
              <p14:cNvContentPartPr/>
              <p14:nvPr/>
            </p14:nvContentPartPr>
            <p14:xfrm>
              <a:off x="6092368" y="2019953"/>
              <a:ext cx="1585080" cy="52560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3753447E-958A-483F-EEF9-C1DCEED4F2A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038728" y="1912313"/>
                <a:ext cx="169272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6757C197-C586-CAF9-E1BF-7081581DB785}"/>
                  </a:ext>
                </a:extLst>
              </p14:cNvPr>
              <p14:cNvContentPartPr/>
              <p14:nvPr/>
            </p14:nvContentPartPr>
            <p14:xfrm>
              <a:off x="6381448" y="2422433"/>
              <a:ext cx="1362960" cy="48240"/>
            </p14:xfrm>
          </p:contentPart>
        </mc:Choice>
        <mc:Fallback xmlns=""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6757C197-C586-CAF9-E1BF-7081581DB78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327808" y="2314793"/>
                <a:ext cx="147060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6C66B135-6F98-BE8E-63CA-C4C178854DAA}"/>
                  </a:ext>
                </a:extLst>
              </p14:cNvPr>
              <p14:cNvContentPartPr/>
              <p14:nvPr/>
            </p14:nvContentPartPr>
            <p14:xfrm>
              <a:off x="7034848" y="3498833"/>
              <a:ext cx="1014480" cy="9720"/>
            </p14:xfrm>
          </p:contentPart>
        </mc:Choice>
        <mc:Fallback xmlns=""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6C66B135-6F98-BE8E-63CA-C4C178854DA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981208" y="3390833"/>
                <a:ext cx="112212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A09F52DE-48E1-1AE4-5A53-816D45A74F60}"/>
                  </a:ext>
                </a:extLst>
              </p14:cNvPr>
              <p14:cNvContentPartPr/>
              <p14:nvPr/>
            </p14:nvContentPartPr>
            <p14:xfrm>
              <a:off x="6988048" y="3769553"/>
              <a:ext cx="1073880" cy="125280"/>
            </p14:xfrm>
          </p:contentPart>
        </mc:Choice>
        <mc:Fallback xmlns=""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A09F52DE-48E1-1AE4-5A53-816D45A74F6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934408" y="3661553"/>
                <a:ext cx="1181520" cy="34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6674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442845-29AE-91FF-7CD5-0F9D57AD7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5FB3CB5-A6CE-BF9C-992D-0F0B3CC77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127" y="899759"/>
            <a:ext cx="5877745" cy="50584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0BCDD519-D625-B289-7A4A-46FF9675FE4F}"/>
                  </a:ext>
                </a:extLst>
              </p14:cNvPr>
              <p14:cNvContentPartPr/>
              <p14:nvPr/>
            </p14:nvContentPartPr>
            <p14:xfrm>
              <a:off x="6922888" y="3763793"/>
              <a:ext cx="1677600" cy="38592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0BCDD519-D625-B289-7A4A-46FF9675FE4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69248" y="3656153"/>
                <a:ext cx="1785240" cy="601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4B9CED33-8796-C620-460D-89A64B584B28}"/>
              </a:ext>
            </a:extLst>
          </p:cNvPr>
          <p:cNvSpPr txBox="1"/>
          <p:nvPr/>
        </p:nvSpPr>
        <p:spPr>
          <a:xfrm>
            <a:off x="8416212" y="3900196"/>
            <a:ext cx="167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Depende el tamaño del circulo 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534482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EBDF3-1D30-C28C-6FE0-2BE666EB2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AHORA CREAMOS UN BLOQUE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D389960-CD08-17C2-0BFD-FC4932618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159" y="1452613"/>
            <a:ext cx="7687748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556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514C04-7DC5-BE16-78F7-790A01D76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EF0E2FB-AECB-D99B-776C-1F19A7096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969" y="552048"/>
            <a:ext cx="6716062" cy="57539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D9B28F4B-1182-C99D-E9ED-5826050322C4}"/>
                  </a:ext>
                </a:extLst>
              </p14:cNvPr>
              <p14:cNvContentPartPr/>
              <p14:nvPr/>
            </p14:nvContentPartPr>
            <p14:xfrm>
              <a:off x="4520608" y="3895193"/>
              <a:ext cx="1247400" cy="45396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D9B28F4B-1182-C99D-E9ED-5826050322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48968" y="3751553"/>
                <a:ext cx="1391040" cy="74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A3039A31-0582-1CF4-B8CE-32D5195C18A3}"/>
                  </a:ext>
                </a:extLst>
              </p14:cNvPr>
              <p14:cNvContentPartPr/>
              <p14:nvPr/>
            </p14:nvContentPartPr>
            <p14:xfrm>
              <a:off x="858328" y="3599633"/>
              <a:ext cx="4484160" cy="63936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A3039A31-0582-1CF4-B8CE-32D5195C18A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6688" y="3455633"/>
                <a:ext cx="4627800" cy="9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20C1DAC9-DFB1-5F7A-0269-40A855AAA6CC}"/>
                  </a:ext>
                </a:extLst>
              </p14:cNvPr>
              <p14:cNvContentPartPr/>
              <p14:nvPr/>
            </p14:nvContentPartPr>
            <p14:xfrm>
              <a:off x="1949488" y="1082153"/>
              <a:ext cx="3960" cy="36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20C1DAC9-DFB1-5F7A-0269-40A855AAA6C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77848" y="938513"/>
                <a:ext cx="1476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EA265BBB-5087-F769-BF03-627BC72CB0A6}"/>
              </a:ext>
            </a:extLst>
          </p:cNvPr>
          <p:cNvSpPr txBox="1"/>
          <p:nvPr/>
        </p:nvSpPr>
        <p:spPr>
          <a:xfrm>
            <a:off x="765995" y="3611482"/>
            <a:ext cx="16150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ACA EL PIK POINT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882306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4F1FA9-9F2D-5842-62CC-686EA7F78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ASI QUEDA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67E4A57-EEE3-4A05-193F-072F6EB5E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443" y="1529657"/>
            <a:ext cx="7259063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944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40F434-A122-4E5E-7084-2E6DA722E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 LLAMAMOS COMO EJE A, nada mas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B42A1E8-FE0F-7B01-7F36-F88BBAFA4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183" y="1567542"/>
            <a:ext cx="4416318" cy="574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675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658B4A-6AC4-F0B3-99D7-9BA65122D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Ya lo </a:t>
            </a:r>
            <a:r>
              <a:rPr lang="es-MX" dirty="0" err="1"/>
              <a:t>rotamso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5BF0A57-E018-A9B4-C746-B3C4BA498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257" y="1758044"/>
            <a:ext cx="8497486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682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16E11C-527C-D675-11A2-131A53FFC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77185A-105D-EB59-B238-433DD75B1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91" y="1150118"/>
            <a:ext cx="5877745" cy="480281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601BEE8-6327-DDC6-BAFF-33A6D9AE0BC9}"/>
              </a:ext>
            </a:extLst>
          </p:cNvPr>
          <p:cNvSpPr txBox="1"/>
          <p:nvPr/>
        </p:nvSpPr>
        <p:spPr>
          <a:xfrm>
            <a:off x="7380514" y="2174033"/>
            <a:ext cx="3573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Al darle doble </a:t>
            </a:r>
            <a:r>
              <a:rPr lang="es-MX" dirty="0" err="1"/>
              <a:t>click</a:t>
            </a:r>
            <a:r>
              <a:rPr lang="es-MX" dirty="0"/>
              <a:t> aparece la propiedad del atributo no del editor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346121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62A6BD-463F-FA6E-F0D5-6BE8FFA1D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 cambia el texto a 1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A7B5702-F042-4A87-1CD7-BAC7E2A37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359" y="1886779"/>
            <a:ext cx="6974547" cy="41754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E4728F6F-0042-90C4-B78C-30E4CF5F77ED}"/>
                  </a:ext>
                </a:extLst>
              </p14:cNvPr>
              <p14:cNvContentPartPr/>
              <p14:nvPr/>
            </p14:nvContentPartPr>
            <p14:xfrm>
              <a:off x="2004928" y="5083553"/>
              <a:ext cx="1343160" cy="31716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E4728F6F-0042-90C4-B78C-30E4CF5F77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51288" y="4975913"/>
                <a:ext cx="1450800" cy="53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723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972FAF-F528-0182-F479-1582273D9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Ya cambia a 1</a:t>
            </a:r>
            <a:endParaRPr lang="es-GT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D52F4EA-ACF3-EE04-3B27-C9FBA3F61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853" y="2097207"/>
            <a:ext cx="6247615" cy="357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677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A7290-9B6E-1F51-E6D0-66772F7B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Click</a:t>
            </a:r>
            <a:r>
              <a:rPr lang="es-MX" dirty="0"/>
              <a:t> derecho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E1A9050-6815-4793-A4E5-CF12943C2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677" y="1281633"/>
            <a:ext cx="5489190" cy="513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58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00FF6-CC5F-F1A4-89AA-A89F67F9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Esto aparece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3A384A6-9706-C157-6169-C96F20B26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225" y="1396394"/>
            <a:ext cx="8368661" cy="486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743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439476-7488-A79B-B20F-4FFE25457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Ahora hacemos eso de </a:t>
            </a:r>
            <a:r>
              <a:rPr lang="es-MX" dirty="0" err="1"/>
              <a:t>strech</a:t>
            </a:r>
            <a:r>
              <a:rPr lang="es-MX" dirty="0"/>
              <a:t> para convertirlo a </a:t>
            </a:r>
            <a:r>
              <a:rPr lang="es-MX" dirty="0" err="1"/>
              <a:t>dinamico</a:t>
            </a:r>
            <a:r>
              <a:rPr lang="es-MX" dirty="0"/>
              <a:t>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4C09D2E-38C9-38DD-6677-78CDE33A3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132" y="2015412"/>
            <a:ext cx="6156545" cy="433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542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E15AA-5731-106A-4143-45EA1455D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Ahora si ya se puede alargar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5CD8D37-806E-15B1-F91D-B6F94B98A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835" y="1317418"/>
            <a:ext cx="2553056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852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245852-4192-B2CE-3E0F-9982D0B2F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Ambos se pueden mover, por lo del </a:t>
            </a:r>
            <a:r>
              <a:rPr lang="es-MX" dirty="0" err="1"/>
              <a:t>bloq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13F2131-04A7-E98B-1B64-B2F431F57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87" y="2059233"/>
            <a:ext cx="10755226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459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437F5-8CCA-EED5-0602-828E57D51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119" y="2548488"/>
            <a:ext cx="10515600" cy="1325563"/>
          </a:xfrm>
        </p:spPr>
        <p:txBody>
          <a:bodyPr/>
          <a:lstStyle/>
          <a:p>
            <a:r>
              <a:rPr lang="es-MX" dirty="0"/>
              <a:t>AHOTA TITULOS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081106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661EA6-B277-1735-E1A8-10749A2AC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Hacer atributos primero ATT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65EF8F0-D2CA-258F-D1AC-DFF8C51D3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469" y="1387952"/>
            <a:ext cx="5841654" cy="420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75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71C1D2-3532-B7CF-585B-CA89F43DB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Definimos manualmente donde queremos el titulo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970C2DD-10EB-BF75-CB5A-793CE1047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026" y="1709497"/>
            <a:ext cx="6315956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9733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7E18D-C2CC-69F2-04CA-29282CE09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Ahora subtitulo, estos son los siguientes datos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EA8769E-986D-4493-53DD-1B0443FBA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390" y="999786"/>
            <a:ext cx="6049219" cy="48584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E45C8436-E8FF-E5BA-DB74-68215175ED19}"/>
                  </a:ext>
                </a:extLst>
              </p14:cNvPr>
              <p14:cNvContentPartPr/>
              <p14:nvPr/>
            </p14:nvContentPartPr>
            <p14:xfrm>
              <a:off x="6197488" y="3826073"/>
              <a:ext cx="2326680" cy="42876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E45C8436-E8FF-E5BA-DB74-68215175ED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43488" y="3718073"/>
                <a:ext cx="2434320" cy="6444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4CB93238-57E2-7EF8-6AEF-87C238B6BBF2}"/>
              </a:ext>
            </a:extLst>
          </p:cNvPr>
          <p:cNvSpPr txBox="1"/>
          <p:nvPr/>
        </p:nvSpPr>
        <p:spPr>
          <a:xfrm>
            <a:off x="3946849" y="4105469"/>
            <a:ext cx="1654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Cambia el tamaño 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5207871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F5061-47AE-DE55-EDAD-B57DDBD23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Asi queda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9974940-30A5-0FDA-5FD6-1B6FC4F15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522" y="1924233"/>
            <a:ext cx="5902604" cy="373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7031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D41233-60BC-D75C-F694-FA4855F60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Otro atributo ESCALA, att </a:t>
            </a:r>
            <a:r>
              <a:rPr lang="es-MX" dirty="0" err="1"/>
              <a:t>primeto</a:t>
            </a:r>
            <a:r>
              <a:rPr lang="es-MX" dirty="0"/>
              <a:t>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F4008B3-10F9-A9B9-3377-36BF65455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901" y="1361722"/>
            <a:ext cx="6134956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678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886EC-7EDB-9091-14E5-36A35B4C9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Acomodar en base al cursor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A11F072-9DEE-C8B2-F188-F8ECE76D2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550" y="2333472"/>
            <a:ext cx="4474144" cy="322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5324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DCB784-BFA0-88B7-598B-271A55D29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Ahora convertimos todo en bloque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1CCF0F7-9307-CF75-C430-94223FB79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2" y="1661866"/>
            <a:ext cx="12155596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2074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C283B-7880-93B7-6C66-9C002729D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ACA EL PUTNO BASE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ABC2303-85B0-476D-AE7E-01B131657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407" y="2610912"/>
            <a:ext cx="3810532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327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8770B-64BB-44FE-63C7-0C82B2858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9EFAE30-17EA-A6A3-C2E8-A9F9C926E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977" y="1173086"/>
            <a:ext cx="8012115" cy="48731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BBAE304D-BB74-5F83-4560-CFF0BD75571F}"/>
                  </a:ext>
                </a:extLst>
              </p14:cNvPr>
              <p14:cNvContentPartPr/>
              <p14:nvPr/>
            </p14:nvContentPartPr>
            <p14:xfrm>
              <a:off x="1968568" y="1701353"/>
              <a:ext cx="1736640" cy="28908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BBAE304D-BB74-5F83-4560-CFF0BD7557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96928" y="1557353"/>
                <a:ext cx="1880280" cy="57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1931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037613-1DE5-4FE3-F243-7575E72DE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D45764E-D40F-22FC-3DEC-3CDB226E2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1618" y="0"/>
            <a:ext cx="5408763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DC704509-F703-E2B7-D138-1E19A73854D2}"/>
                  </a:ext>
                </a:extLst>
              </p14:cNvPr>
              <p14:cNvContentPartPr/>
              <p14:nvPr/>
            </p14:nvContentPartPr>
            <p14:xfrm>
              <a:off x="5560648" y="848153"/>
              <a:ext cx="547920" cy="1044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DC704509-F703-E2B7-D138-1E19A73854D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89008" y="704153"/>
                <a:ext cx="69156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DA87372D-BC17-110C-F9B5-84763006CC95}"/>
                  </a:ext>
                </a:extLst>
              </p14:cNvPr>
              <p14:cNvContentPartPr/>
              <p14:nvPr/>
            </p14:nvContentPartPr>
            <p14:xfrm>
              <a:off x="5346088" y="1072433"/>
              <a:ext cx="1771920" cy="8640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DA87372D-BC17-110C-F9B5-84763006CC9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74448" y="928793"/>
                <a:ext cx="191556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F715D84C-0539-38DB-4B19-0B53B864DBF8}"/>
                  </a:ext>
                </a:extLst>
              </p14:cNvPr>
              <p14:cNvContentPartPr/>
              <p14:nvPr/>
            </p14:nvContentPartPr>
            <p14:xfrm>
              <a:off x="5299288" y="1392833"/>
              <a:ext cx="1394640" cy="2592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F715D84C-0539-38DB-4B19-0B53B864DBF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27648" y="1248833"/>
                <a:ext cx="1538280" cy="31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07676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F362F-3107-DFBB-345B-770030BED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2110" y="2090673"/>
            <a:ext cx="5963816" cy="2676654"/>
          </a:xfrm>
        </p:spPr>
        <p:txBody>
          <a:bodyPr>
            <a:normAutofit/>
          </a:bodyPr>
          <a:lstStyle/>
          <a:p>
            <a:r>
              <a:rPr lang="es-GT" sz="8800" b="1" dirty="0"/>
              <a:t>MULTILINEA </a:t>
            </a:r>
          </a:p>
        </p:txBody>
      </p:sp>
    </p:spTree>
    <p:extLst>
      <p:ext uri="{BB962C8B-B14F-4D97-AF65-F5344CB8AC3E}">
        <p14:creationId xmlns:p14="http://schemas.microsoft.com/office/powerpoint/2010/main" val="23276790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DD69D-8722-5C8A-8ED4-1665FB0D7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069" y="2613803"/>
            <a:ext cx="10515600" cy="3393102"/>
          </a:xfrm>
        </p:spPr>
        <p:txBody>
          <a:bodyPr>
            <a:normAutofit fontScale="90000"/>
          </a:bodyPr>
          <a:lstStyle/>
          <a:p>
            <a:r>
              <a:rPr lang="es-GT" dirty="0"/>
              <a:t>ATT – ATRIBUTOS/BLOQUES</a:t>
            </a:r>
            <a:br>
              <a:rPr lang="es-GT" dirty="0"/>
            </a:br>
            <a:br>
              <a:rPr lang="es-GT" dirty="0"/>
            </a:br>
            <a:r>
              <a:rPr lang="es-GT" dirty="0"/>
              <a:t>ML – MULTILINEA </a:t>
            </a:r>
            <a:br>
              <a:rPr lang="es-GT" dirty="0"/>
            </a:br>
            <a:r>
              <a:rPr lang="es-GT" dirty="0"/>
              <a:t>	justificación 		J</a:t>
            </a:r>
            <a:br>
              <a:rPr lang="es-GT" dirty="0"/>
            </a:br>
            <a:r>
              <a:rPr lang="es-GT" dirty="0"/>
              <a:t>	escala 			S</a:t>
            </a:r>
            <a:br>
              <a:rPr lang="es-GT" dirty="0"/>
            </a:br>
            <a:r>
              <a:rPr lang="es-GT" dirty="0"/>
              <a:t>	estilo 			ST</a:t>
            </a:r>
          </a:p>
        </p:txBody>
      </p:sp>
    </p:spTree>
    <p:extLst>
      <p:ext uri="{BB962C8B-B14F-4D97-AF65-F5344CB8AC3E}">
        <p14:creationId xmlns:p14="http://schemas.microsoft.com/office/powerpoint/2010/main" val="5339264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A7FCA5-1447-48E6-13D2-3ED03FAB8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Escala 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3E2678D-C1BB-15B8-F5A0-7B4BC7DCB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644" y="1906270"/>
            <a:ext cx="7730299" cy="400169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58413E8-3D9D-FF07-116C-1AF99CE45563}"/>
              </a:ext>
            </a:extLst>
          </p:cNvPr>
          <p:cNvSpPr txBox="1"/>
          <p:nvPr/>
        </p:nvSpPr>
        <p:spPr>
          <a:xfrm>
            <a:off x="838200" y="1367522"/>
            <a:ext cx="7329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3600" dirty="0"/>
              <a:t>Primero ML, </a:t>
            </a:r>
            <a:r>
              <a:rPr lang="es-GT" sz="3600" dirty="0" err="1"/>
              <a:t>enter</a:t>
            </a:r>
            <a:r>
              <a:rPr lang="es-GT" sz="3600" dirty="0"/>
              <a:t> luego S, luego 0.15</a:t>
            </a:r>
          </a:p>
        </p:txBody>
      </p:sp>
    </p:spTree>
    <p:extLst>
      <p:ext uri="{BB962C8B-B14F-4D97-AF65-F5344CB8AC3E}">
        <p14:creationId xmlns:p14="http://schemas.microsoft.com/office/powerpoint/2010/main" val="21106796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742722-AD21-13C2-A97F-6986ECA3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Salio esto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07AD514-7EBD-AD92-29C5-EEBD0FFCF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62" y="1647576"/>
            <a:ext cx="8240275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156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E9B63D-8219-F0A4-B8A9-C8F30D24D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JUSTIFICACIÓN  ML MAS J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C76AA3-9D10-C8FB-D6C3-387715C68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819" y="1583446"/>
            <a:ext cx="4136885" cy="449324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75A63FD-B1FD-9761-6088-0A019FAB2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900" y="1906903"/>
            <a:ext cx="3286900" cy="32980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982F23BA-DF0F-9897-0C06-7FAB560859E5}"/>
                  </a:ext>
                </a:extLst>
              </p14:cNvPr>
              <p14:cNvContentPartPr/>
              <p14:nvPr/>
            </p14:nvContentPartPr>
            <p14:xfrm>
              <a:off x="8744594" y="3347668"/>
              <a:ext cx="1414800" cy="24948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982F23BA-DF0F-9897-0C06-7FAB560859E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90954" y="3239668"/>
                <a:ext cx="1522440" cy="46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46856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BC332C-FF6B-4911-167E-B07396D83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5294" y="2103437"/>
            <a:ext cx="4240237" cy="2229412"/>
          </a:xfrm>
        </p:spPr>
        <p:txBody>
          <a:bodyPr>
            <a:normAutofit fontScale="90000"/>
          </a:bodyPr>
          <a:lstStyle/>
          <a:p>
            <a:r>
              <a:rPr lang="es-GT" sz="8000" b="1" dirty="0"/>
              <a:t>Ml mas J</a:t>
            </a:r>
            <a:br>
              <a:rPr lang="es-GT" sz="8000" b="1" dirty="0"/>
            </a:br>
            <a:endParaRPr lang="es-GT" sz="8000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6A23FFA-7B60-F332-5956-B70B093DA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6900" y="1906903"/>
            <a:ext cx="3286900" cy="329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4059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5DAAC-A460-5002-DB72-A34016FF2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TOP				ZERO 		BUTTON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8426457-835F-6FCF-71C3-E799FA4E0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5146"/>
            <a:ext cx="9904870" cy="425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6507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1DFE5-9E84-BFD6-9C05-AA0D32461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638" y="195189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GT" sz="6600" b="1" dirty="0"/>
              <a:t>ESTILOS  MULTILINEA - MLSTYLE</a:t>
            </a:r>
          </a:p>
        </p:txBody>
      </p:sp>
    </p:spTree>
    <p:extLst>
      <p:ext uri="{BB962C8B-B14F-4D97-AF65-F5344CB8AC3E}">
        <p14:creationId xmlns:p14="http://schemas.microsoft.com/office/powerpoint/2010/main" val="19838305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24FC8-A0F5-CBF1-8806-93B883130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MLSTYLE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9C7CF80-CF35-D599-AD0E-1359D5B9F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542" y="2231321"/>
            <a:ext cx="3972479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1384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7D94E6-4A45-B245-9EBF-3B4B86B97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7396C90-5146-56CD-345B-350CDA964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579" y="1221774"/>
            <a:ext cx="4700818" cy="575748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C57BE07B-A00C-F61C-2B1E-96D22C09114B}"/>
                  </a:ext>
                </a:extLst>
              </p14:cNvPr>
              <p14:cNvContentPartPr/>
              <p14:nvPr/>
            </p14:nvContentPartPr>
            <p14:xfrm>
              <a:off x="5187074" y="2485578"/>
              <a:ext cx="3209760" cy="51984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C57BE07B-A00C-F61C-2B1E-96D22C0911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33074" y="2377938"/>
                <a:ext cx="3317400" cy="73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97057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E8474-EE8C-4707-CAE9-3E3782B8D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6A6BE9B-3E57-7EE9-EC7C-5759C3897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866" y="1414181"/>
            <a:ext cx="3534268" cy="402963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C20D070A-952E-64D2-B2B4-B6ACE506D046}"/>
                  </a:ext>
                </a:extLst>
              </p14:cNvPr>
              <p14:cNvContentPartPr/>
              <p14:nvPr/>
            </p14:nvContentPartPr>
            <p14:xfrm>
              <a:off x="3986474" y="2999548"/>
              <a:ext cx="3452040" cy="36972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C20D070A-952E-64D2-B2B4-B6ACE506D0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32834" y="2891908"/>
                <a:ext cx="3559680" cy="58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C137681C-BF9F-93FB-7529-65DEBE192C9E}"/>
                  </a:ext>
                </a:extLst>
              </p14:cNvPr>
              <p14:cNvContentPartPr/>
              <p14:nvPr/>
            </p14:nvContentPartPr>
            <p14:xfrm>
              <a:off x="6892754" y="2551708"/>
              <a:ext cx="1214280" cy="9324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C137681C-BF9F-93FB-7529-65DEBE192C9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39114" y="2443708"/>
                <a:ext cx="1321920" cy="30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63290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B0DC10-698E-61C1-C8B7-5C2FA7280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FFDF257-23DD-8743-D318-DDBEF03D8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076" y="1380839"/>
            <a:ext cx="3381847" cy="409632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3800CAED-CBA3-2F5F-F6BA-7617B07CF8CE}"/>
                  </a:ext>
                </a:extLst>
              </p14:cNvPr>
              <p14:cNvContentPartPr/>
              <p14:nvPr/>
            </p14:nvContentPartPr>
            <p14:xfrm>
              <a:off x="5598914" y="3078388"/>
              <a:ext cx="745920" cy="7308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3800CAED-CBA3-2F5F-F6BA-7617B07CF8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44914" y="2970388"/>
                <a:ext cx="853560" cy="28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3516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4BB7-2735-C903-67A2-61224F0B0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B5C2F54-E9E9-568F-E27A-5D534C265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286" y="1590418"/>
            <a:ext cx="5039428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3706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020A3B-07E6-5E06-2FBA-6D1E86BCA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DDF1F97-2DDA-DD63-7B2C-752049CB0664}"/>
              </a:ext>
            </a:extLst>
          </p:cNvPr>
          <p:cNvSpPr txBox="1"/>
          <p:nvPr/>
        </p:nvSpPr>
        <p:spPr>
          <a:xfrm>
            <a:off x="647114" y="1983545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dirty="0"/>
              <a:t>CAPS CAPAS DE EXTREMOS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B68620E-9B2D-843F-F3D4-BC5E5F630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695" y="1690688"/>
            <a:ext cx="5106113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0583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A851F-725A-7149-C6D8-2C29C66A4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FC12460-2759-F96A-027B-62556F452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785" y="1466576"/>
            <a:ext cx="5220429" cy="39248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8B452C08-EF05-5B47-1F42-90D4A44C8568}"/>
                  </a:ext>
                </a:extLst>
              </p14:cNvPr>
              <p14:cNvContentPartPr/>
              <p14:nvPr/>
            </p14:nvContentPartPr>
            <p14:xfrm>
              <a:off x="3455474" y="2445148"/>
              <a:ext cx="3535920" cy="5868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8B452C08-EF05-5B47-1F42-90D4A44C85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01474" y="2337508"/>
                <a:ext cx="3643560" cy="80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39464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F1831C-75AE-77BA-750A-7C595A77B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B0AB67C-EBF1-3331-D71D-4F3BE5DB6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021" y="1342734"/>
            <a:ext cx="6677957" cy="417253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744A1ED9-EFC0-6F49-F076-814331D5EC32}"/>
                  </a:ext>
                </a:extLst>
              </p14:cNvPr>
              <p14:cNvContentPartPr/>
              <p14:nvPr/>
            </p14:nvContentPartPr>
            <p14:xfrm>
              <a:off x="3516674" y="3630988"/>
              <a:ext cx="1761120" cy="2646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744A1ED9-EFC0-6F49-F076-814331D5EC3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62674" y="3522988"/>
                <a:ext cx="1868760" cy="48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E4901610-9FBB-BD51-EBF9-DA5B9BB09EBD}"/>
                  </a:ext>
                </a:extLst>
              </p14:cNvPr>
              <p14:cNvContentPartPr/>
              <p14:nvPr/>
            </p14:nvContentPartPr>
            <p14:xfrm>
              <a:off x="6936314" y="3825028"/>
              <a:ext cx="443520" cy="38736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E4901610-9FBB-BD51-EBF9-DA5B9BB09EB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82314" y="3717388"/>
                <a:ext cx="551160" cy="60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65887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E56980-CC5E-6796-E76A-6A1E96298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7EB1FA-5CF7-88FE-E70F-B4A8485A8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969" y="1347497"/>
            <a:ext cx="6354062" cy="416300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289059AE-9AF3-9DE8-CDEA-535DF082F741}"/>
                  </a:ext>
                </a:extLst>
              </p14:cNvPr>
              <p14:cNvContentPartPr/>
              <p14:nvPr/>
            </p14:nvContentPartPr>
            <p14:xfrm>
              <a:off x="2935274" y="3384028"/>
              <a:ext cx="2237760" cy="44964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289059AE-9AF3-9DE8-CDEA-535DF082F7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81634" y="3276028"/>
                <a:ext cx="2345400" cy="66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08839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A0EE2-72BC-49E8-A403-421181763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560FB17-F597-DE4D-B33C-4EC29347C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654" y="1514208"/>
            <a:ext cx="5134692" cy="382958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19852E78-5D18-5548-40E7-DED406E9456D}"/>
                  </a:ext>
                </a:extLst>
              </p14:cNvPr>
              <p14:cNvContentPartPr/>
              <p14:nvPr/>
            </p14:nvContentPartPr>
            <p14:xfrm>
              <a:off x="6726434" y="3924028"/>
              <a:ext cx="2363040" cy="2358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19852E78-5D18-5548-40E7-DED406E945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72794" y="3816028"/>
                <a:ext cx="247068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9917B43E-38E1-28E2-B1A3-78E1C2009FF4}"/>
                  </a:ext>
                </a:extLst>
              </p14:cNvPr>
              <p14:cNvContentPartPr/>
              <p14:nvPr/>
            </p14:nvContentPartPr>
            <p14:xfrm>
              <a:off x="6048554" y="2587708"/>
              <a:ext cx="1514160" cy="8604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9917B43E-38E1-28E2-B1A3-78E1C2009FF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94914" y="2480068"/>
                <a:ext cx="1621800" cy="30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79733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96A501-6A99-3E64-B0C3-E45010BC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B81A417-1F96-B579-BC0A-9DA10048A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338" y="1628523"/>
            <a:ext cx="5001323" cy="360095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7CD1E662-E6A8-0A65-75E4-463B62F8FE43}"/>
                  </a:ext>
                </a:extLst>
              </p14:cNvPr>
              <p14:cNvContentPartPr/>
              <p14:nvPr/>
            </p14:nvContentPartPr>
            <p14:xfrm>
              <a:off x="6091034" y="2823148"/>
              <a:ext cx="3304440" cy="32832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7CD1E662-E6A8-0A65-75E4-463B62F8FE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37394" y="2715508"/>
                <a:ext cx="3412080" cy="5439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0912A92F-7235-7C61-C8A2-832CD68D384E}"/>
              </a:ext>
            </a:extLst>
          </p:cNvPr>
          <p:cNvSpPr txBox="1"/>
          <p:nvPr/>
        </p:nvSpPr>
        <p:spPr>
          <a:xfrm>
            <a:off x="8429020" y="2769420"/>
            <a:ext cx="2924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dirty="0"/>
              <a:t>ESTA ES LA LINEA DE ABAJO </a:t>
            </a:r>
          </a:p>
        </p:txBody>
      </p:sp>
    </p:spTree>
    <p:extLst>
      <p:ext uri="{BB962C8B-B14F-4D97-AF65-F5344CB8AC3E}">
        <p14:creationId xmlns:p14="http://schemas.microsoft.com/office/powerpoint/2010/main" val="29856611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4BC56-FE5C-CC00-AC9B-823A99A68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ASI QUEDO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47AEFCD-7FD8-DA9E-2910-593249F8F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075" y="1899242"/>
            <a:ext cx="5144218" cy="37629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61142C9-67C0-0E12-E1E9-C31DCC4B68BC}"/>
              </a:ext>
            </a:extLst>
          </p:cNvPr>
          <p:cNvSpPr txBox="1"/>
          <p:nvPr/>
        </p:nvSpPr>
        <p:spPr>
          <a:xfrm>
            <a:off x="6879102" y="4276578"/>
            <a:ext cx="3165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dirty="0"/>
              <a:t>ESTO SE PUEDE HACER DESDE CAPA BYLAYER TAMBIEN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5B21CE04-E756-E0A3-F987-F652E18F0613}"/>
                  </a:ext>
                </a:extLst>
              </p14:cNvPr>
              <p14:cNvContentPartPr/>
              <p14:nvPr/>
            </p14:nvContentPartPr>
            <p14:xfrm>
              <a:off x="4712594" y="4441708"/>
              <a:ext cx="3731040" cy="56268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5B21CE04-E756-E0A3-F987-F652E18F06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58594" y="4333708"/>
                <a:ext cx="3838680" cy="77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33265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AD7BC-4C18-8D88-4187-DA7CD1A86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5934892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2BC540-4A6A-4944-1D5F-693A3DECC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D1DADB0-9F4A-68A8-FD5B-51E68372D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152" y="458376"/>
            <a:ext cx="5196959" cy="594124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F842CF7B-5EFD-7DE1-740E-6E58EA222736}"/>
                  </a:ext>
                </a:extLst>
              </p14:cNvPr>
              <p14:cNvContentPartPr/>
              <p14:nvPr/>
            </p14:nvContentPartPr>
            <p14:xfrm>
              <a:off x="6386234" y="2064628"/>
              <a:ext cx="2075040" cy="6048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F842CF7B-5EFD-7DE1-740E-6E58EA2227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32234" y="1956988"/>
                <a:ext cx="218268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88902BBD-DEE0-719A-90B1-ABF93F86A48A}"/>
                  </a:ext>
                </a:extLst>
              </p14:cNvPr>
              <p14:cNvContentPartPr/>
              <p14:nvPr/>
            </p14:nvContentPartPr>
            <p14:xfrm>
              <a:off x="6245834" y="1756468"/>
              <a:ext cx="1729800" cy="51012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88902BBD-DEE0-719A-90B1-ABF93F86A48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92194" y="1648468"/>
                <a:ext cx="1837440" cy="72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06896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B18BBE-7ABD-14C5-F6F7-606AA1F70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ASI QUEDO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F3D9AF-C5C8-866A-16CB-E47B22393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206" y="1614234"/>
            <a:ext cx="6363588" cy="362953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85E1265F-4A02-632C-0F58-072A2988D37A}"/>
                  </a:ext>
                </a:extLst>
              </p14:cNvPr>
              <p14:cNvContentPartPr/>
              <p14:nvPr/>
            </p14:nvContentPartPr>
            <p14:xfrm>
              <a:off x="4076474" y="3519388"/>
              <a:ext cx="1410120" cy="2790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85E1265F-4A02-632C-0F58-072A2988D3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22474" y="3411388"/>
                <a:ext cx="1517760" cy="49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90244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0B2394-1343-2EA5-E8AD-486D1574F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OTRO LMSTYLYE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9D97537-6864-3B6C-0878-1D38CE014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734" y="1247470"/>
            <a:ext cx="3810532" cy="436305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FFE6D02B-4301-8A9F-FED4-037FCA80E52F}"/>
                  </a:ext>
                </a:extLst>
              </p14:cNvPr>
              <p14:cNvContentPartPr/>
              <p14:nvPr/>
            </p14:nvContentPartPr>
            <p14:xfrm>
              <a:off x="4579034" y="3114388"/>
              <a:ext cx="2494080" cy="41652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FFE6D02B-4301-8A9F-FED4-037FCA80E5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25034" y="3006748"/>
                <a:ext cx="2601720" cy="63216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666A4839-23F9-7C5B-B14B-C9C323757007}"/>
              </a:ext>
            </a:extLst>
          </p:cNvPr>
          <p:cNvSpPr txBox="1"/>
          <p:nvPr/>
        </p:nvSpPr>
        <p:spPr>
          <a:xfrm>
            <a:off x="8001266" y="3114388"/>
            <a:ext cx="2268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dirty="0"/>
              <a:t>PARTIR DESDE ESTANDAR </a:t>
            </a:r>
          </a:p>
        </p:txBody>
      </p:sp>
    </p:spTree>
    <p:extLst>
      <p:ext uri="{BB962C8B-B14F-4D97-AF65-F5344CB8AC3E}">
        <p14:creationId xmlns:p14="http://schemas.microsoft.com/office/powerpoint/2010/main" val="3292925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41C93E-DD8A-365A-F3C1-BE8C1B5B2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AGREGAR LINEAS CENTRALES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D4FF36B-D349-D0FD-BC09-16D4C871C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680" y="1499918"/>
            <a:ext cx="4934639" cy="385816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25144067-63F8-3536-C44B-DF5BC046E2FE}"/>
                  </a:ext>
                </a:extLst>
              </p14:cNvPr>
              <p14:cNvContentPartPr/>
              <p14:nvPr/>
            </p14:nvContentPartPr>
            <p14:xfrm>
              <a:off x="5920754" y="2741068"/>
              <a:ext cx="2719080" cy="37944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25144067-63F8-3536-C44B-DF5BC046E2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66754" y="2633428"/>
                <a:ext cx="2826720" cy="59508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D02952DA-05B2-0EA9-BC8E-AA6B0B2C002E}"/>
              </a:ext>
            </a:extLst>
          </p:cNvPr>
          <p:cNvSpPr txBox="1"/>
          <p:nvPr/>
        </p:nvSpPr>
        <p:spPr>
          <a:xfrm>
            <a:off x="8639834" y="2741068"/>
            <a:ext cx="2417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dirty="0"/>
              <a:t>AGREGAR OTRA LINEA</a:t>
            </a:r>
          </a:p>
        </p:txBody>
      </p:sp>
    </p:spTree>
    <p:extLst>
      <p:ext uri="{BB962C8B-B14F-4D97-AF65-F5344CB8AC3E}">
        <p14:creationId xmlns:p14="http://schemas.microsoft.com/office/powerpoint/2010/main" val="5215538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3B01D3-6CC8-FF36-6FFB-4E9910DA3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68C87BE-5EA7-1DD9-C0CF-BFF01DFF2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39" y="1027906"/>
            <a:ext cx="7073302" cy="522809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946138F6-D69B-EF1E-346D-FEA948A17060}"/>
                  </a:ext>
                </a:extLst>
              </p14:cNvPr>
              <p14:cNvContentPartPr/>
              <p14:nvPr/>
            </p14:nvContentPartPr>
            <p14:xfrm>
              <a:off x="4641674" y="2602108"/>
              <a:ext cx="1045440" cy="8676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946138F6-D69B-EF1E-346D-FEA948A170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88034" y="2494468"/>
                <a:ext cx="115308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1D9B7B4F-D716-FD11-5751-037E5653BCFA}"/>
                  </a:ext>
                </a:extLst>
              </p14:cNvPr>
              <p14:cNvContentPartPr/>
              <p14:nvPr/>
            </p14:nvContentPartPr>
            <p14:xfrm>
              <a:off x="4744634" y="2606068"/>
              <a:ext cx="1939680" cy="50328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1D9B7B4F-D716-FD11-5751-037E5653BCF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90634" y="2498428"/>
                <a:ext cx="2047320" cy="71892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uadroTexto 6">
            <a:extLst>
              <a:ext uri="{FF2B5EF4-FFF2-40B4-BE49-F238E27FC236}">
                <a16:creationId xmlns:a16="http://schemas.microsoft.com/office/drawing/2014/main" id="{CE37F73A-41E0-F4EE-3EA1-FB54F832DD7D}"/>
              </a:ext>
            </a:extLst>
          </p:cNvPr>
          <p:cNvSpPr txBox="1"/>
          <p:nvPr/>
        </p:nvSpPr>
        <p:spPr>
          <a:xfrm>
            <a:off x="8249955" y="2166424"/>
            <a:ext cx="28276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dirty="0"/>
              <a:t>SE CAMBIA EL DESFASE PARA APAREZCAN OTRAS LINEAS EN MEDIO  0.10 Y -0.10</a:t>
            </a:r>
          </a:p>
        </p:txBody>
      </p:sp>
    </p:spTree>
    <p:extLst>
      <p:ext uri="{BB962C8B-B14F-4D97-AF65-F5344CB8AC3E}">
        <p14:creationId xmlns:p14="http://schemas.microsoft.com/office/powerpoint/2010/main" val="28880126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4E45FE-C94D-ACCF-01CD-18265FB16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CAMBIANDO COLOR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757D6EA-2E88-60C7-31F1-4C6FD876C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014" y="1690688"/>
            <a:ext cx="5077534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3526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7BD4B7-57B2-AEEC-16FB-C8195371E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LINEA DEL CENTRO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1E939E-3194-F94A-A83E-7C8B6AC1A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301" y="1394896"/>
            <a:ext cx="5344271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29286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51AEE-5790-C1CF-220C-9C6CB1824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DE LOS 2 DISCONTINUOS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9872A18-663E-A5E3-5883-2694046E6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838" y="1538023"/>
            <a:ext cx="5182323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8003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15AE0A-4D71-F592-D410-175B0A97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EL DE DRENAJE TAMBIEN SETCURRENT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BABDF1E-A7FC-070B-8057-01BCEA4E8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307" y="1578146"/>
            <a:ext cx="4086875" cy="51673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0D727683-1C80-B5B0-C829-C145A3094CD3}"/>
                  </a:ext>
                </a:extLst>
              </p14:cNvPr>
              <p14:cNvContentPartPr/>
              <p14:nvPr/>
            </p14:nvContentPartPr>
            <p14:xfrm>
              <a:off x="3619634" y="2697868"/>
              <a:ext cx="2235600" cy="3546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0D727683-1C80-B5B0-C829-C145A3094C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65994" y="2590228"/>
                <a:ext cx="2343240" cy="57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74307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65AB15-7843-E6CC-7CD8-A28C3AC7A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AHORA MULTILINEA ESCALA 0.30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4AF1C6B-2CD0-DA20-0967-AE5E5AE18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022" y="1723787"/>
            <a:ext cx="5229955" cy="341042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E050AA70-64B1-5237-8297-5337E802FE2F}"/>
                  </a:ext>
                </a:extLst>
              </p14:cNvPr>
              <p14:cNvContentPartPr/>
              <p14:nvPr/>
            </p14:nvContentPartPr>
            <p14:xfrm>
              <a:off x="3932834" y="2997028"/>
              <a:ext cx="2158560" cy="8352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E050AA70-64B1-5237-8297-5337E802FE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78834" y="2889028"/>
                <a:ext cx="226620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89BF7DA7-5919-A94B-A77E-CC6A3DFBEF50}"/>
                  </a:ext>
                </a:extLst>
              </p14:cNvPr>
              <p14:cNvContentPartPr/>
              <p14:nvPr/>
            </p14:nvContentPartPr>
            <p14:xfrm>
              <a:off x="4913474" y="2349028"/>
              <a:ext cx="3297960" cy="22932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89BF7DA7-5919-A94B-A77E-CC6A3DFBEF5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59474" y="2241388"/>
                <a:ext cx="340560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D3EACF57-37FE-EC4C-4087-030F1ADB0C6F}"/>
                  </a:ext>
                </a:extLst>
              </p14:cNvPr>
              <p14:cNvContentPartPr/>
              <p14:nvPr/>
            </p14:nvContentPartPr>
            <p14:xfrm>
              <a:off x="4121114" y="1180828"/>
              <a:ext cx="360" cy="36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D3EACF57-37FE-EC4C-4087-030F1ADB0C6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67474" y="1073188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937456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72ED9F-749F-5429-0E9D-F6DB3DCCA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91046075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901AE2-C17E-0CED-B0EF-F9DC56D7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7384881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4B9D48-2F52-8FA0-0084-6E6CD8AAE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616456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A727ED-5773-D1CB-14C2-D5327AB3A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892898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791F-9391-18F9-6658-372FFE812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5656782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79D0A7-9160-E237-5675-06A4FABC9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9184603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D394ED-CBFF-71E7-491B-37FA915B3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2404792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F73AE-8D37-B8D7-0D3B-1E52C0282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5543625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743AE-2237-99F3-2202-27429E869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45498744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2D4A89-3409-DAA1-345B-B39597088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1341233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A2F56-62A5-7810-3D41-7D62FA682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3219444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715223-5B93-5520-4B2C-BA161AC6E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16941160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CB467-9BDD-ED84-A187-1FB7C143E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49688983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3E3D50-E9EF-F511-FF1E-8CD55AD3E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6532531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7858B-BBCA-4A5C-0FBF-0CA8DCECE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11270929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A1A2A1-45D3-D42F-5630-16AE9B7E1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0290869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94520-9BD9-F37E-7D28-1C9AEAF97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2684333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7BC33D-C40A-3FDF-C885-D81557A61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8055666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3DBDD-A775-3401-6DA9-2C5CC0DF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97556945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CAE95-5104-02EE-0899-E2AE70EB7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4460869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FB204-72B8-A0D4-E332-C63937BCB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9372054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39BF7D-24FB-359A-CE20-22E05897F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95571795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F6BF90-F138-C049-D5F3-21D441C39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82928825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B6BE7-1347-A0C3-BA07-EB0995EA5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8273304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33AC06-43E4-526B-7605-A717B227E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4839035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264</Words>
  <Application>Microsoft Office PowerPoint</Application>
  <PresentationFormat>Panorámica</PresentationFormat>
  <Paragraphs>52</Paragraphs>
  <Slides>88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88</vt:i4>
      </vt:variant>
    </vt:vector>
  </HeadingPairs>
  <TitlesOfParts>
    <vt:vector size="92" baseType="lpstr">
      <vt:lpstr>Arial</vt:lpstr>
      <vt:lpstr>Calibri</vt:lpstr>
      <vt:lpstr>Calibri Light</vt:lpstr>
      <vt:lpstr>Tema de Office</vt:lpstr>
      <vt:lpstr>ATRIBUTOS PARA BLOQUES </vt:lpstr>
      <vt:lpstr>Presentación de PowerPoint</vt:lpstr>
      <vt:lpstr>Presentación de PowerPoint</vt:lpstr>
      <vt:lpstr>Presentación de PowerPoint</vt:lpstr>
      <vt:lpstr>COMANDO LTS para escala </vt:lpstr>
      <vt:lpstr>Ahora comando de atributo ATT</vt:lpstr>
      <vt:lpstr>Presentación de PowerPoint</vt:lpstr>
      <vt:lpstr>Presentación de PowerPoint</vt:lpstr>
      <vt:lpstr>AHORA CREAMOS UN BLOQUE </vt:lpstr>
      <vt:lpstr>Presentación de PowerPoint</vt:lpstr>
      <vt:lpstr>ASI QUEDA</vt:lpstr>
      <vt:lpstr>LO LLAMAMOS COMO EJE A, nada mas </vt:lpstr>
      <vt:lpstr>Ya lo rotamso</vt:lpstr>
      <vt:lpstr>Presentación de PowerPoint</vt:lpstr>
      <vt:lpstr>Se cambia el texto a 1</vt:lpstr>
      <vt:lpstr>Ya cambia a 1</vt:lpstr>
      <vt:lpstr>Click derecho</vt:lpstr>
      <vt:lpstr>Esto aparece </vt:lpstr>
      <vt:lpstr>Ahora hacemos eso de strech para convertirlo a dinamico </vt:lpstr>
      <vt:lpstr>Ahora si ya se puede alargar </vt:lpstr>
      <vt:lpstr>Ambos se pueden mover, por lo del bloq</vt:lpstr>
      <vt:lpstr>AHOTA TITULOS</vt:lpstr>
      <vt:lpstr>Hacer atributos primero ATT</vt:lpstr>
      <vt:lpstr>Definimos manualmente donde queremos el titulo </vt:lpstr>
      <vt:lpstr>Ahora subtitulo, estos son los siguientes datos </vt:lpstr>
      <vt:lpstr>Asi queda </vt:lpstr>
      <vt:lpstr>Otro atributo ESCALA, att primeto </vt:lpstr>
      <vt:lpstr>Acomodar en base al cursor</vt:lpstr>
      <vt:lpstr>Ahora convertimos todo en bloque </vt:lpstr>
      <vt:lpstr>ACA EL PUTNO BASE </vt:lpstr>
      <vt:lpstr>Presentación de PowerPoint</vt:lpstr>
      <vt:lpstr>Presentación de PowerPoint</vt:lpstr>
      <vt:lpstr>MULTILINEA </vt:lpstr>
      <vt:lpstr>ATT – ATRIBUTOS/BLOQUES  ML – MULTILINEA   justificación   J  escala    S  estilo    ST</vt:lpstr>
      <vt:lpstr>Escala S</vt:lpstr>
      <vt:lpstr>Salio esto </vt:lpstr>
      <vt:lpstr>JUSTIFICACIÓN  ML MAS J</vt:lpstr>
      <vt:lpstr>Ml mas J </vt:lpstr>
      <vt:lpstr>TOP    ZERO   BUTTON</vt:lpstr>
      <vt:lpstr>ESTILOS  MULTILINEA - MLSTYLE</vt:lpstr>
      <vt:lpstr>MLSTYLE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ASI QUEDO </vt:lpstr>
      <vt:lpstr>Presentación de PowerPoint</vt:lpstr>
      <vt:lpstr>Presentación de PowerPoint</vt:lpstr>
      <vt:lpstr>ASI QUEDO </vt:lpstr>
      <vt:lpstr>OTRO LMSTYLYE</vt:lpstr>
      <vt:lpstr>AGREGAR LINEAS CENTRALES </vt:lpstr>
      <vt:lpstr>Presentación de PowerPoint</vt:lpstr>
      <vt:lpstr>CAMBIANDO COLOR </vt:lpstr>
      <vt:lpstr>LINEA DEL CENTRO </vt:lpstr>
      <vt:lpstr>DE LOS 2 DISCONTINUOS </vt:lpstr>
      <vt:lpstr>EL DE DRENAJE TAMBIEN SETCURRENT </vt:lpstr>
      <vt:lpstr>AHORA MULTILINEA ESCALA 0.30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Rivera</dc:creator>
  <cp:lastModifiedBy>Ivan Carreto</cp:lastModifiedBy>
  <cp:revision>4</cp:revision>
  <dcterms:created xsi:type="dcterms:W3CDTF">2026-03-25T02:02:43Z</dcterms:created>
  <dcterms:modified xsi:type="dcterms:W3CDTF">2026-04-03T00:30:22Z</dcterms:modified>
</cp:coreProperties>
</file>