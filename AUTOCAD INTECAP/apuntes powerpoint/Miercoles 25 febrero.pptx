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5:41:30.21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1,'197'0,"984"15,725 24,-1851-39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5:41:32.38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52 926,'4'-1,"0"0,1 0,-1 0,0-1,1 0,-1 1,0-1,0-1,-1 1,1-1,0 1,5-7,0 2,162-143,-55 44,267-213,-247 208,-116 95,-13 11,-1 0,1 0,-1 0,0-1,-1 0,1 0,-1-1,5-8,-9 15,-1-1,0 1,0 0,0 0,0 0,1-1,-1 1,0 0,0 0,0 0,0-1,0 1,0 0,0 0,0-1,0 1,0 0,1 0,-1-1,0 1,-1 0,1 0,0-1,0 1,0 0,0 0,0-1,0 1,0 0,0 0,0-1,0 1,-1 0,1 0,0 0,0-1,0 1,0 0,-1 0,1 0,0-1,0 1,0 0,-1 0,1 0,0 0,0 0,-1 0,1 0,0 0,0-1,-1 1,1 0,0 0,0 0,-1 0,1 0,0 0,0 0,-1 1,1-1,0 0,0 0,-1 0,1 0,0 0,0 0,-1 1,-19 7,-11 10,2 1,0 2,-25 24,36-29,0 1,2 1,0 0,1 1,-17 29,28-40,0-1,1 1,-1 0,1 0,-3 13,6-19,0 0,-1 1,1-1,0 0,0 0,0 1,0-1,1 0,-1 0,0 0,1 1,0-1,-1 0,1 0,0 0,0 0,0 0,0 0,1-1,-1 1,1 0,-1 0,1-1,-1 1,4 1,3 2,1 0,0-1,0 0,0-1,0 0,1-1,-1 0,1 0,11 0,16 0,38-2,-40-1,-1-3,0 0,47-13,-67 13,0 0,0-1,0-1,0 0,-1-1,0 0,-1-1,0 0,0-1,16-16,-25 23,-1-1,0 0,1 0,-1 0,0 0,0 0,0 0,-1-1,1 1,-1-1,0 1,0-1,0 0,0 1,-1-1,0 0,1 1,-1-1,-1 0,1 1,0-1,-1 0,0 1,0-1,0 0,0 1,0-1,-1 1,0 0,1 0,-1-1,-1 1,1 0,-3-3,-8-8,0 1,0 1,-1 0,-1 1,-26-16,-18-7,0 2,-2 3,-1 3,-96-27,149 50,-1 0,0 1,0 0,-1 0,1 1,0 0,-20 2,29-1,1 0,0 0,-1 0,1 0,-1 0,1 0,-1 0,1 0,0 0,-1 0,1 0,-1 0,1 0,0 1,-1-1,1 0,0 0,-1 0,1 1,0-1,-1 0,1 0,0 1,-1-1,1 0,0 1,0-1,-1 0,1 1,0-1,0 0,0 1,0-1,-1 1,1-1,0 0,0 1,0-1,0 1,0-1,0 1,0-1,0 0,0 1,0-1,0 1,0-1,1 0,-1 1,0-1,0 1,0-1,1 0,-1 1,0-1,0 0,1 1,-1-1,0 0,0 0,1 1,-1-1,0 0,1 0,0 1,29 22,-18-14,-12-8,0-1,0 1,1-1,-1 1,0-1,0 1,0-1,-1 1,1-1,0 1,0-1,0 1,0-1,0 1,-1-1,1 0,0 1,0-1,-1 1,1-1,0 1,-1-1,1 0,0 1,-1-1,1 0,0 1,-1-1,1 0,-1 0,1 1,-1-1,1 0,-1 0,1 0,-1 1,-18 7,1 0,-25 6,-6 3,-4 3,1 3,2 2,-95 62,117-66,0 1,2 1,0 1,1 2,2 0,1 2,-31 49,47-67,0 0,1 0,0 1,-6 20,11-28,-1-1,0 0,1 1,0-1,-1 0,1 1,0-1,0 1,1-1,-1 0,0 1,1-1,-1 0,1 1,0-1,0 0,0 0,0 0,0 0,0 1,1-2,-1 1,1 0,-1 0,1 0,0-1,0 1,0-1,3 3,1-1,0-1,0 0,1 0,-1 0,0-1,1 0,-1 0,1-1,-1 0,1 0,-1 0,1-1,-1 0,1 0,-1 0,0-1,1 0,-1 0,0-1,6-3,9-5,0-1,-1-1,-1 0,21-19,-18 17,-22 15,0 0,1-1,-1 1,0 0,1 0,-1 0,0 0,1 0,-1 0,1 0,-1 0,0 0,1 0,-1 0,1 0,-1 0,0 0,1 0,-1 0,1 0,-1 0,0 1,1-1,-1 0,0 0,1 0,-1 1,1-1,0 3,0 0,0 0,-1 0,1 0,-1 0,1 0,-1 0,0 0,0 0,-1 4,1-6,0 7,0 0,1 0,0 0,0 0,1 0,0 0,0 0,1-1,0 1,0-1,0 0,1 0,7 10,-4-9,1-1,-1 1,1-1,0-1,1 1,0-1,0-1,0 0,0 0,12 3,28 11,0-3,2-1,0-3,0-3,1-1,0-3,0-2,1-2,-1-3,67-10,-109 10,1 0,-1-1,0-1,0 0,0 0,13-8,-21 11,0 0,0 0,0 0,0 0,-1-1,1 1,0-1,-1 1,1-1,-1 0,1 0,-1 1,0-1,0 0,0 0,0 0,0-1,0 1,0 0,-1 0,1 0,-1-1,1 1,-1 0,0 0,0-1,0 1,-1 0,1-1,0 1,-1 0,1 0,-1 0,-2-4,2 3,-1 0,0 1,-1-1,1 1,0 0,-1 0,0 0,1 0,-1 0,0 0,0 1,0-1,0 1,0 0,0 0,0 0,0 0,-1 1,1-1,0 1,-5 0,1-1,0 1,0 0,-1 1,1-1,0 1,0 1,0 0,-12 4,-23 20,31-17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5:41:32.94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1,'-1'-1,"1"1,0 0,-1 0,1 0,0 0,-1 0,1 0,0 0,-1 0,1 0,0 0,-1 1,1-1,0 0,-1 0,1 0,0 0,0 0,-1 1,1-1,0 0,-1 0,1 0,0 1,0-1,0 0,-1 0,1 1,0-1,0 0,0 0,0 1,-1-1,1 0,0 1,0-1,0 1,0-1,0 1,1-1,-1 1,0-1,0 1,1-1,-1 1,0-1,1 1,-1-1,0 1,1-1,-1 0,1 1,-1-1,1 0,-1 1,1-1,-1 0,1 0,-1 1,1-1,-1 0,2 0,43 10,1-2,0-2,84 1,-90-6,701 5,-632-6,-94-1,-10 1,-1-1,1 1,-1 0,1 0,-1 0,1 1,-1-1,1 1,-1 0,0 1,1-1,-1 1,0 0,8 4,-3 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D27D7-35D7-4CE0-CAB2-22C0902FA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17863E-2779-E0B5-5309-0BE54D67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0AB8F-7FFB-016E-4DF5-2DE20B12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63A58-B0DE-9C89-3B0E-F1F8894A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824A91-BCB4-0E05-0211-7E6E4F59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335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6E6E9-FFD3-61AE-5472-75ED2322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F11B0-3A20-0564-0FFB-44422AAB0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A49D30-A34E-DD12-0553-A311DD55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5845C-6C29-2E08-15FC-3314DB65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C2582-FF8A-D747-5850-1404611A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427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48E0C-21A0-11BC-24B0-51CFCC2B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4E7F06-2181-1F04-0E72-1CB4DBD43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92AC99-2ADA-636E-4555-AE9F40C6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FE4C-0E6C-2104-7E37-B5CC9AF5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067488-EA3A-2853-B3F2-049C65F1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6991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DF8AF-0D5F-3D29-BDCA-C8A972A7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E366B6-209C-25FF-9004-3BC18C0DB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E2AA0C-A7BA-F636-1A34-716DAD38C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0BCEF3-59B1-4636-3CEA-EF8149C2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0CB9BE-1922-FC7B-492E-460352B8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413209-7130-9EDC-E15A-3FB05BF2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6993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2E83-C9B6-2A9F-975D-777E3612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C8622B-EC94-C561-D5AB-609760231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FF43A9-7218-0337-C627-7ECE5A92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C9A111-A6DA-CD1F-6E6F-8534041DB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27C140-7B32-ADF2-6043-935E216F9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FFEB7B-41CE-BCDC-B26F-C6745AC9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963B37-1C8A-120C-CA83-F0BA2CBA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8DF457-84D4-3412-700F-AA262E5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5421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7AC34-243C-F33C-EFEB-3A5D9B60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EE56E7-DEE8-4E50-AC20-D837394E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5473E8-2713-F45A-954F-492058F4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74E3CC-B789-B1B0-28C4-B7D4D365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6996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0C77DD-50FE-D0B6-937D-CBEACC212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9254A6-BF99-EA28-9E4D-FDEFA7F5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E2703-A251-0DFF-3408-991D86D0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7756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A55A4-2813-21C2-9069-2249FA6F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5D28AD-89E0-6B6F-002C-EC0304F29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0CA305-1C32-F4F0-6BAC-FFA814A9E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84B09-5E19-B723-FF08-4FC5B5B9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0E08F-318B-E45C-6E29-A6311B95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6E958C-693B-9FCE-2397-897265BB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1522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683E2-7AC3-3902-8CDA-81A4ABB7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E5AF48-0C25-19DC-754B-74F420423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C46D49-78C5-5CC9-6EF6-562B84C5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18BEE5-4A13-147B-44E6-8E3114E2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42F923-C9C4-D2F7-E27D-C602280B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45FFD6-BD56-672D-CF11-74CC3E94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22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DC82-B9FE-0AC0-F7B3-5F947E51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CC3B17-31EB-24EF-A5DF-047911461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B90219-52CF-1ACC-B761-8C2324F9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95BBE8-1848-27B4-EF82-3A8BF72C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D62AB-E1BB-55AA-E683-64877D78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032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487A11-B558-8CB6-0226-3A358E032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415124-6162-7B53-81E7-8012AE8B6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E5A7EA-9539-AD47-F891-6AD1466F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FC698-20A3-67DB-BC8B-C64C9CD7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E66417-366E-9066-D9C4-BBCD662B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1718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1170C9-7519-8258-53FA-CEEE3B3E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0D72F1-76C5-978B-0148-AC026FA82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E62F1E-4786-1F28-77D9-C513ED20E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666B6-0D01-4F3F-B4BD-5CF4B1F7914B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24C4CF-20E2-7C8D-84E1-27963156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5A74B6-3B07-BC82-8F0F-EBE416428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5648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50653-C6AC-7BB4-2392-573522A5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cambiar esquinas  </a:t>
            </a:r>
            <a:r>
              <a:rPr lang="es-GT" dirty="0" err="1"/>
              <a:t>chanfer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5E57DC-6FBA-94AF-C5D7-CD67DCBF6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87" y="2481130"/>
            <a:ext cx="4396710" cy="29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E2E29-87D7-7219-8EC4-FD29005C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Fillet</a:t>
            </a:r>
            <a:br>
              <a:rPr lang="es-ES" dirty="0"/>
            </a:b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5A7721-38A1-35B3-D050-0B12C96B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22" y="1939999"/>
            <a:ext cx="4579077" cy="297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4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4E54D-500C-199B-4C0B-28C2A001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WIDET, GROSOR DEL RECTANGULO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088032-0B8C-7514-EBC9-66F4D38A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103" y="2600209"/>
            <a:ext cx="318179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4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A0086-1287-D161-7C6F-C61B2DF1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AEBFDA-C410-D9C8-3CD4-8ECB1E1FA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301" y="365125"/>
            <a:ext cx="9318927" cy="60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8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131-ACBE-4033-3BE7-4029AF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Comando PTYPE para cambiar la caracteristica del punto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7D79AE-6651-1F6C-C505-76248817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82" y="1733313"/>
            <a:ext cx="2581635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1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40089-05D9-A536-1786-3CFF7DAF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Comando divide</a:t>
            </a:r>
            <a:br>
              <a:rPr lang="af-ZA" dirty="0"/>
            </a:br>
            <a:r>
              <a:rPr lang="af-ZA" dirty="0"/>
              <a:t>activar osnap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6221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775A5-5D90-2412-B7FA-2BAAA3D3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Selecciona todos los puntos a todas las figuras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30ADC5-B970-6D08-9868-2BBA0AF32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36" y="1389793"/>
            <a:ext cx="3852215" cy="4861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F5ABAE1-B358-3422-3954-E9A2F77D225A}"/>
                  </a:ext>
                </a:extLst>
              </p14:cNvPr>
              <p14:cNvContentPartPr/>
              <p14:nvPr/>
            </p14:nvContentPartPr>
            <p14:xfrm>
              <a:off x="4991848" y="4375433"/>
              <a:ext cx="1202400" cy="19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F5ABAE1-B358-3422-3954-E9A2F77D22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9848" y="4231793"/>
                <a:ext cx="13460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E4DADCA-15EE-732D-A2F2-3605DC48FC68}"/>
                  </a:ext>
                </a:extLst>
              </p14:cNvPr>
              <p14:cNvContentPartPr/>
              <p14:nvPr/>
            </p14:nvContentPartPr>
            <p14:xfrm>
              <a:off x="4693408" y="1831313"/>
              <a:ext cx="468360" cy="333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E4DADCA-15EE-732D-A2F2-3605DC48FC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1408" y="1687313"/>
                <a:ext cx="61200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C45A6BF-B260-445B-6D52-34138BBC3D39}"/>
                  </a:ext>
                </a:extLst>
              </p14:cNvPr>
              <p14:cNvContentPartPr/>
              <p14:nvPr/>
            </p14:nvContentPartPr>
            <p14:xfrm>
              <a:off x="4698448" y="1902953"/>
              <a:ext cx="456120" cy="288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C45A6BF-B260-445B-6D52-34138BBC3D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6808" y="1758953"/>
                <a:ext cx="599760" cy="3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372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211DE-BF0A-A28C-C933-E0B6A4A3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Comando trim para cortar cada seccion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47B3F8-1E40-9BA7-2EBB-3819B081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54" y="1482026"/>
            <a:ext cx="6516009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9C4FE-2E5A-9E73-1B3D-7BF2AF7B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Ahora el comando es unir join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A5F39C-47E4-BF52-2183-B087797E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18" y="1623527"/>
            <a:ext cx="7569861" cy="4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2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6151C-E154-2DBE-816D-32B578D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4827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43</Words>
  <Application>Microsoft Office PowerPoint</Application>
  <PresentationFormat>Panorámica</PresentationFormat>
  <Paragraphs>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cambiar esquinas  chanfer</vt:lpstr>
      <vt:lpstr>Fillet </vt:lpstr>
      <vt:lpstr>WIDET, GROSOR DEL RECTANGULO </vt:lpstr>
      <vt:lpstr>Presentación de PowerPoint</vt:lpstr>
      <vt:lpstr>Comando PTYPE para cambiar la caracteristica del punto </vt:lpstr>
      <vt:lpstr>Comando divide activar osnap</vt:lpstr>
      <vt:lpstr>Selecciona todos los puntos a todas las figuras </vt:lpstr>
      <vt:lpstr>Comando trim para cortar cada seccion</vt:lpstr>
      <vt:lpstr>Ahora el comando es unir join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Rivera</cp:lastModifiedBy>
  <cp:revision>3</cp:revision>
  <dcterms:created xsi:type="dcterms:W3CDTF">2026-02-25T23:45:29Z</dcterms:created>
  <dcterms:modified xsi:type="dcterms:W3CDTF">2026-03-01T06:38:55Z</dcterms:modified>
</cp:coreProperties>
</file>