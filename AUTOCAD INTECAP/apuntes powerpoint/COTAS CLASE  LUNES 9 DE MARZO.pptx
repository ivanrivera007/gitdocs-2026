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FEA60-C6BE-171D-86BA-08E8317F6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D4A7D87-A535-7A65-E00D-2E822A6FB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9213A4-BD92-45DE-7478-C158FC6C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EB29B-58AF-44B1-A702-63C5B7077D5A}" type="datetimeFigureOut">
              <a:rPr lang="es-GT" smtClean="0"/>
              <a:t>17/03/2026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566D2D-F7E4-0517-8E3A-887BE7806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0B17F9-F5C3-249C-2B96-817F0AEB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3A0AF-9D38-4525-BC2F-9BC42E0AF67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569671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6B037-27BE-4986-D4FE-4B746696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570907-B889-FFE9-CE44-CF2AAD9E0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38AFAB-E134-D36B-31ED-2D5EFDF10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EB29B-58AF-44B1-A702-63C5B7077D5A}" type="datetimeFigureOut">
              <a:rPr lang="es-GT" smtClean="0"/>
              <a:t>17/03/2026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238D07-98D1-3206-A290-E72A66993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5B41AC-FED8-D00B-21AC-8FD3C51E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3A0AF-9D38-4525-BC2F-9BC42E0AF67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18024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66364-E7CB-6BEA-18E6-47C1F218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5C5446-62F5-A906-A0EF-CF6414619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582445-FEC7-5070-47F4-37D9013C2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EB29B-58AF-44B1-A702-63C5B7077D5A}" type="datetimeFigureOut">
              <a:rPr lang="es-GT" smtClean="0"/>
              <a:t>17/03/2026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F45C76-7334-B671-8499-058427F3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EFCDAB-CC7B-71BB-0B33-E8ADB3D4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3A0AF-9D38-4525-BC2F-9BC42E0AF67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6646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4C6B1-4118-6037-A58E-3C097179C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A4612C-2537-91AD-A03F-BDE854FA5B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411453-C621-6939-C6F0-8C1224FE7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59227D-07E0-FF13-2A6C-208ECCAA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EB29B-58AF-44B1-A702-63C5B7077D5A}" type="datetimeFigureOut">
              <a:rPr lang="es-GT" smtClean="0"/>
              <a:t>17/03/2026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9233BA-5BBA-B87E-9E86-A225F13A4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5135D1-5168-73C9-D984-0CF559767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3A0AF-9D38-4525-BC2F-9BC42E0AF67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084655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53490-2B15-D9D2-594B-03E9C2EB6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42F098-F22B-6925-413D-8E6DBEA12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ED3732-7570-2D77-0674-3EE76EB52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4A94F00-372E-D83D-9967-D647F8C20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361D812-7906-0B9B-B100-46C635D45F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EE1345C-C641-2D32-8696-471C013E8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EB29B-58AF-44B1-A702-63C5B7077D5A}" type="datetimeFigureOut">
              <a:rPr lang="es-GT" smtClean="0"/>
              <a:t>17/03/2026</a:t>
            </a:fld>
            <a:endParaRPr lang="es-GT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1690680-B540-0E94-DF00-126AF729C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90B6BA8-1E09-CC30-D6CD-B9D4DB454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3A0AF-9D38-4525-BC2F-9BC42E0AF67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97070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C24A7-02D8-0CA5-5810-6124AF724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4248268-F25A-0FA0-45AE-8907B551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EB29B-58AF-44B1-A702-63C5B7077D5A}" type="datetimeFigureOut">
              <a:rPr lang="es-GT" smtClean="0"/>
              <a:t>17/03/2026</a:t>
            </a:fld>
            <a:endParaRPr lang="es-GT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B9A8E4-D6C3-F175-F5CF-9B0D1272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4F0734-CFD8-EDDB-52B3-91C6125C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3A0AF-9D38-4525-BC2F-9BC42E0AF67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77396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1290EC4-C4FC-6A52-6F69-F40309F8B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EB29B-58AF-44B1-A702-63C5B7077D5A}" type="datetimeFigureOut">
              <a:rPr lang="es-GT" smtClean="0"/>
              <a:t>17/03/2026</a:t>
            </a:fld>
            <a:endParaRPr lang="es-GT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C28BC31-E0D4-1083-97D1-DBD0064F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37B3B9-FDB2-DC30-E4C9-CA7E6CAF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3A0AF-9D38-4525-BC2F-9BC42E0AF67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1098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3AB95-3138-C5E6-E36F-E924B471E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17E2F2-BCF9-7D34-93E0-80631B768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1FA3F2C-CD88-74F5-7223-BB8438BD1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E542B4-8B14-6904-28AA-C44A6C2F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EB29B-58AF-44B1-A702-63C5B7077D5A}" type="datetimeFigureOut">
              <a:rPr lang="es-GT" smtClean="0"/>
              <a:t>17/03/2026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9525D6-45CB-70A0-CD17-18CDFF9C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38601F-F57A-1D03-57D3-EEE75C07C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3A0AF-9D38-4525-BC2F-9BC42E0AF67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134287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871C5-CC05-5F1A-0FF4-1AABCDFB1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ED4BE88-120D-D06D-42A3-FD70A9FE3A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68F4DE-F6C8-F034-2138-25DF61B93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98AC88-35B4-2ED8-F9F8-177CF792F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EB29B-58AF-44B1-A702-63C5B7077D5A}" type="datetimeFigureOut">
              <a:rPr lang="es-GT" smtClean="0"/>
              <a:t>17/03/2026</a:t>
            </a:fld>
            <a:endParaRPr lang="es-GT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8A41D3-6495-B84F-4F83-4BD801CE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E971A0-AAAB-CF0E-5418-4A0CD758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3A0AF-9D38-4525-BC2F-9BC42E0AF67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239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C0FC8-5F73-C6DC-76E7-CA827BC9B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F7D70E-343D-9532-DB48-A50EBE7D0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330CD7-5279-E9EB-8C43-EEDB579EB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EB29B-58AF-44B1-A702-63C5B7077D5A}" type="datetimeFigureOut">
              <a:rPr lang="es-GT" smtClean="0"/>
              <a:t>17/03/2026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5FF04E-0E41-3F25-75EC-CEEA4672B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2C8C13-CBCA-A77E-E540-9FC233BE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3A0AF-9D38-4525-BC2F-9BC42E0AF67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34027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2578872-3BF3-8A3D-D41B-CDC067E073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2E8ED5-20DF-E42B-E786-727C0C8E5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CB5F85-7438-4F3B-095E-1B07EC691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EB29B-58AF-44B1-A702-63C5B7077D5A}" type="datetimeFigureOut">
              <a:rPr lang="es-GT" smtClean="0"/>
              <a:t>17/03/2026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304AE4-3A85-288D-F3AA-5FB3CCE2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50F708-B5AC-AFDB-7E85-0E49FAB2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3A0AF-9D38-4525-BC2F-9BC42E0AF67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569759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823F72E-AC0F-2870-4590-896424F88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98F8EF-603B-F6DF-C926-E6E0E1554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A34BD3-378A-2936-B8B5-1B0556000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EB29B-58AF-44B1-A702-63C5B7077D5A}" type="datetimeFigureOut">
              <a:rPr lang="es-GT" smtClean="0"/>
              <a:t>17/03/2026</a:t>
            </a:fld>
            <a:endParaRPr lang="es-G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98D8F4-241A-7C7E-638A-9CDB249B8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327F6E-BABA-4C59-257F-3943F73500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3A0AF-9D38-4525-BC2F-9BC42E0AF673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596158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44F0E92-F9CE-A0DD-E9AD-BB1CC642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Clase lunes 9 marzo</a:t>
            </a: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881491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EFDDE-1DE2-3143-F5BA-FBE13022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1F376A-7464-FA58-D054-801E4307C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416" y="1185549"/>
            <a:ext cx="6573167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00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774F1-4156-AE67-F46A-DC37E9154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FB61550-A6BF-FECE-ABD5-77A36EFFF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100" y="347232"/>
            <a:ext cx="7163800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2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72544-8289-445A-308A-6F02D90B3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A24BD23-9751-668A-A4BB-D8392BFB4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442" y="313890"/>
            <a:ext cx="7097115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882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6ABDB-E96A-3D7D-A162-1198D848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0A1132-CB29-781E-82B9-8B3DF4FDD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416" y="366285"/>
            <a:ext cx="7297168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1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95DB6-D0A2-C0A1-2E13-9748ED77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D089C8-DC2C-7AC9-BB9F-36A7A41EC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442" y="366285"/>
            <a:ext cx="7097115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667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167E31-FA73-2626-2CBB-989620670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/>
              <a:t>DQIM</a:t>
            </a:r>
            <a:br>
              <a:rPr lang="es-MX"/>
            </a:br>
            <a:br>
              <a:rPr lang="es-MX"/>
            </a:b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00425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62165-9F14-01CC-E379-84C589A63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659933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9DA96-1E5E-685A-B3B2-DBC1F7013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3068554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24038-A49A-4D72-A11C-E54661565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039461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85F51-3519-BA0A-90E4-C7778DDFA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1437756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Panorámica</PresentationFormat>
  <Paragraphs>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Clase lunes 9 marzo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DQIM  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Rivera</dc:creator>
  <cp:lastModifiedBy>Ivan Rivera</cp:lastModifiedBy>
  <cp:revision>1</cp:revision>
  <dcterms:created xsi:type="dcterms:W3CDTF">2026-03-18T05:52:23Z</dcterms:created>
  <dcterms:modified xsi:type="dcterms:W3CDTF">2026-03-18T05:52:42Z</dcterms:modified>
</cp:coreProperties>
</file>