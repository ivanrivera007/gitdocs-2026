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1:43:25.9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0 629,'8'6,"-1"1,2-2,-1 1,1-1,-1 0,1-1,18 6,380 121,-311-104,1828 412,-1058-320,-744-112,1-5,-1-6,0-5,0-5,130-33,-127 14,-41 8,1 5,172-18,-76 33,95-6,-234 7,1-3,-1-1,0-2,55-21,-80 24,-1-1,0 0,-1-1,0-1,0 0,22-21,-11 5,-1-2,26-37,-31 42,1 0,1 2,0 1,29-20,6-6,42-30,-62 49,0-2,59-61,-93 88,-1 0,0-1,0 1,0-1,-1 1,1-1,-1 0,1 1,-1-1,0 0,0 0,0 0,0 0,-1 0,1-6,-1 7,0 1,-1-1,1 0,-1 0,0 0,1 1,-1-1,0 0,0 1,0-1,0 1,0-1,-1 1,1-1,0 1,-1 0,1 0,-1-1,-2 0,-9-5,-1 1,0 1,0 0,0 1,-24-4,14 3,-91-18,-1 5,-1 5,-1 5,-198 12,97 17,-347 79,398-62,-332 31,141-57,0-16,1-15,-617-114,-551-253,1374 339,128 37,35 9,290 60,-210-38,302 71,103 20,95 6,1142 135,12-84,-1149-126,-94-16,-108-11,237-10,-611-7,17-1,-91-4,-519-34,66 14,-3005-19,3171 55,329-10,-81 3,-186 30,206-12,68-19,1 0,0 0,-1 0,1 0,1 1,-1 0,0-1,0 1,1 1,0-1,-6 8,8-10,1 0,-1-1,0 1,1 0,-1 0,1 1,-1-1,1 0,0 0,0 0,-1 0,1 0,0 0,0 0,0 1,0-1,0 0,0 0,0 0,1 0,-1 0,0 1,1-1,-1 0,0 0,1 0,0 0,-1 0,1 0,-1 0,1 0,0-1,1 2,2 1,0 1,1-1,-1 0,1-1,0 1,0-1,8 3,43 11,0-3,0-2,109 7,-86-10,408 38,194 22,37 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1:43:34.2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1:43:54.88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1 233,'9'1,"-1"0,1 0,-1 1,0 0,13 5,14 3,234 53,201 26,550 34,375-99,-1099-43,-1-12,490-117,-442 45,-148 27,-165 63,0-3,-1 0,42-32,-67 45,0 0,0 0,0-1,0 1,-1-1,0 0,1 0,-1 0,-1 0,1-1,2-6,-4 9,-1 0,1 0,-1 0,0 0,0 0,0 0,0 0,0 0,-1 0,1 0,-1 0,1 0,-1 0,-1-4,2 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1:44:01.1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1:50:05.38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1:57:48.3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1157 627,'13'1,"0"1,0 0,0 1,-1 0,22 9,14 3,299 53,-201-44,771 143,-853-154,-21-3,1-3,0-1,0-1,65-4,-104-1,1 0,-1-1,0 0,0 0,1-1,-1 0,0 1,0-2,0 1,-1 0,1-1,4-4,-7 6,0-1,0 0,0-1,-1 1,1 0,-1 0,1-1,-1 1,0-1,0 1,0-1,-1 1,1-1,0 1,-1-1,0 0,0 0,0 1,0-1,0 0,0 1,0-1,-1 0,0 1,0-4,-3-7,0 1,-1-1,0 0,-1 1,-1 0,0 1,0-1,-1 1,0 1,-1 0,-19-18,11 15,0 1,0 0,-1 1,-1 1,0 1,0 0,-36-10,-308-75,177 49,-184-50,-443-108,-4 42,627 139,177 21,-1 0,0 1,0 1,0 0,-24 5,37-6,0 0,0 0,0 1,0-1,-1 0,1 1,0-1,1 1,-1-1,0 1,0 0,0-1,0 1,0 0,0-1,1 1,-1 0,0 0,1 0,-1 0,1 0,-1 0,1 0,-1 0,1 0,0 0,-1 0,1 0,0 0,0 0,0 0,0 0,0 0,0 0,0 0,0 1,0-1,0 0,1 0,-1 0,0 0,1 0,-1 0,1 0,-1 0,2 1,4 6,1 0,1 0,-1 0,1-1,1-1,-1 1,1-1,0-1,12 6,57 29,93 33,264 81,112 5,96-10,1512 221,-1628-310,-153-35,-256-20,163-15,-246 6,0-1,42-12,-75 16,-1 1,1 0,-1-1,1 1,-1-1,1 0,-1 1,0-1,1 0,-1 0,0 0,1 0,-1 0,1-2,-2 3,1-1,-1 1,0 0,0-1,0 1,0-1,0 1,0-1,0 1,0-1,0 1,0 0,0-1,-1 1,1-1,0 1,0-1,0 1,0 0,-1-1,1 1,0-1,-1 1,1 0,0-1,0 1,-1 0,1 0,-1-1,0 1,-42-22,9 11,0 2,0 0,-1 3,-36-3,-151 0,149 7,-1672-69,1594 57,143 14,0-2,0 1,0-1,1 0,-1 0,-9-5,17 7,0 0,-1-1,1 1,0 0,0 0,-1 0,1-1,0 1,0 0,0 0,-1-1,1 1,0 0,0 0,0-1,0 1,0 0,0-1,0 1,0 0,-1-1,1 1,0 0,0 0,0-1,0 1,1 0,-1-1,0 1,0 0,0-1,0 1,0 0,0 0,0-1,0 1,1 0,-1 0,0-1,0 1,0 0,1 0,-1-1,0 1,0 0,1 0,-1-1,35-15,-31 15,242-92,-131 45,2 5,2 5,1 6,207-29,94 27,-259 29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1:57:49.4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1061 380,'8'0,"-1"1,0 0,0 0,0 0,0 1,0 0,0 1,-1 0,1 0,-1 0,0 1,12 8,3 5,-1 1,22 27,-21-23,36 32,-12-22,2-2,1-2,1-3,77 29,162 50,34-7,4-15,3-14,2-15,567 19,-774-71,0-4,170-27,-284 28,21-3,46-15,-71 18,-1 1,1-2,-1 1,0-1,1 0,-1 0,0 0,0-1,-1 1,1-1,-1 0,0-1,7-8,-10 10,0 1,0 0,0-1,0 1,0-1,-1 1,0-1,1 1,-1-1,0 0,0 1,0-1,0 1,-1-1,1 1,-1-1,1 1,-1-1,0 1,0 0,0-1,0 1,-1 0,-1-3,-5-6,-1 0,0 1,-15-14,22 22,-35-28,0 1,-2 2,-2 1,0 3,-56-24,-181-73,-234-66,-652-147,687 229,334 79,-184-7,26 39,156 1,-130-2,-466 38,736-44,-15 3,1 0,0 1,0 0,-30 13,48-17,-1 1,1 0,-1 0,1-1,0 1,-1 0,1 0,0 0,0 1,0-1,0 0,0 0,0 1,0-1,0 0,0 1,1-1,-1 1,0-1,1 1,-1-1,1 1,0-1,-1 1,1 0,0-1,0 1,0-1,0 1,1 0,-1-1,0 1,1-1,-1 1,1-1,-1 1,1-1,0 1,-1-1,2 2,2 4,0-1,1 1,0-1,0 0,0-1,0 1,9 5,-3-3,2 0,-1 0,1-2,0 1,0-2,1 0,0 0,15 2,90 22,0-5,132 8,-163-26,0-4,0-4,150-22,-144 5,147-51,-40-6,-106 36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1:57:50.66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3370 1185,'-16'-10,"0"0,-1 1,0 1,0 1,-31-9,18 6,-690-161,708 169,-17-4,-2 1,1-1,1-1,-1-2,-35-15,61 21,-1 0,0 0,1 0,-1 0,1-1,0 0,0 0,0 0,1 0,-1 0,1-1,0 0,0 1,1-1,0 0,0-1,0 1,0 0,-1-9,0-7,1 0,1 0,3-40,0 18,-2 27,0-1,-1 1,0 0,-2 0,0 1,-6-21,7 31,0-1,0 1,-1 0,0 0,0 0,0 0,-1 0,1 1,-1-1,0 1,-1 0,1 0,-1 1,1-1,-1 1,0 0,0 1,-1-1,1 1,0 0,-10-3,-4 2,0 0,0 1,0 1,-1 0,1 2,0 0,0 1,0 1,-21 6,30-7,0 1,0 0,1 0,-1 1,1 1,0-1,0 2,0-1,1 1,0 0,0 1,0 0,1 0,0 1,1-1,0 1,0 1,-9 16,14-23,0 0,0 0,1 0,-1 0,1 0,-1 0,1 0,0 0,-1 0,1 0,0 1,1-1,-1 0,0 0,1 0,-1 0,1 0,-1 0,1 0,0 0,0 0,0 0,0 0,0 0,0-1,1 1,-1 0,1-1,-1 1,1-1,-1 1,1-1,3 2,2 1,1 0,0-1,0 0,0 0,0-1,1 0,11 2,10-2,1 0,-1-2,1-1,-1-2,1 0,-1-3,0 0,-1-2,0-1,0-1,-1-2,0 0,-1-2,43-30,-62 37,0 0,-1 0,1 0,-2-1,1 0,-1-1,-1 1,1-1,-2 0,1-1,-1 1,0-1,-1 0,2-10,-4 14,0 0,0 0,0-1,-1 1,0 0,0-1,-1 1,0 0,0-1,0 1,-1 0,0 0,0 0,0 0,-1 0,0 1,0-1,-1 1,1 0,-1 0,0 0,-1 0,1 1,-6-5,-6-2,-1 1,-1 1,1 0,-1 1,-1 1,1 1,-1 1,-21-4,14 2,-418-76,-16 42,-25 30,397 16,1 3,0 5,-128 34,181-37,0 1,2 2,-34 18,59-28,1 0,0 1,0 0,1 0,-1 0,1 0,0 1,0 0,0 0,1 1,0-1,-4 8,7-11,0 0,1 0,-1 0,1 0,-1 0,1 0,0 0,0 0,0 0,0 0,0 0,0 0,1 0,-1 0,1 0,0 0,1 3,0-1,1 0,-1 0,1 0,1 0,-1 0,0-1,1 1,0-1,0 0,4 2,19 11,1-1,0-2,1-1,39 10,235 56,106-8,758 33,-1068-101,-72 2,-41 8,-4 0,-10 9,1 2,0 1,2 0,1 2,1 1,1 1,2 1,1 1,-22 44,31-53,1 0,1 0,1 1,1 0,1 0,0 0,2 1,1-1,0 1,2 0,1 0,0-1,2 1,1-1,0 1,9 21,-4-20,2-1,1 0,0 0,2-1,1-1,0 0,1-1,21 19,7 1,1-2,1-1,101 58,-18-26,3-5,261 87,304 25,-281-114,-95-47,-258-16,64-9,-106 7,0-1,-1-1,1-1,-1 0,-1-2,22-11,-31 14,-1-2,1 1,-2-1,1 0,-1-1,0 0,-1 0,0-1,0 0,-1 0,0-1,0 0,6-16,0 4,-8 15,0 1,0 1,1-1,0 0,0 1,7-5,-8 7,0-1,0 1,0-1,-1 0,1 0,-1-1,3-5,-5 8,0 0,-1 0,1-1,-1 1,0 0,1 0,-1 0,0-1,0 1,-1 0,1 0,0-1,-1 1,1 0,-1 0,0 0,0 0,0 0,0 0,0 0,0 0,-2-2,-2-3,-1 0,0 0,0 1,-1 0,0 0,0 0,0 1,-1 0,0 0,-13-5,-37-15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8T22:32:26.1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7FEA60-C6BE-171D-86BA-08E8317F68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4A7D87-A535-7A65-E00D-2E822A6FB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9213A4-BD92-45DE-7478-C158FC6C9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7566D2D-F7E4-0517-8E3A-887BE7806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20B17F9-F5C3-249C-2B96-817F0AEBB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569671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76B037-27BE-4986-D4FE-4B746696F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570907-B889-FFE9-CE44-CF2AAD9E0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338AFAB-E134-D36B-31ED-2D5EFDF10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238D07-98D1-3206-A290-E72A66993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65B41AC-FED8-D00B-21AC-8FD3C51EE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18024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066364-E7CB-6BEA-18E6-47C1F2181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15C5446-62F5-A906-A0EF-CF6414619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582445-FEC7-5070-47F4-37D9013C2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F45C76-7334-B671-8499-058427F33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EFCDAB-CC7B-71BB-0B33-E8ADB3D43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66468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4C6B1-4118-6037-A58E-3C097179C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9A4612C-2537-91AD-A03F-BDE854FA5B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4411453-C621-6939-C6F0-8C1224FE75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459227D-07E0-FF13-2A6C-208ECCAA0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F9233BA-5BBA-B87E-9E86-A225F13A4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35135D1-5168-73C9-D984-0CF559767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84655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053490-2B15-D9D2-594B-03E9C2EB6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B42F098-F22B-6925-413D-8E6DBEA12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EED3732-7570-2D77-0674-3EE76EB52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4A94F00-372E-D83D-9967-D647F8C205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361D812-7906-0B9B-B100-46C635D45F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EE1345C-C641-2D32-8696-471C013E8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1690680-B540-0E94-DF00-126AF729C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90B6BA8-1E09-CC30-D6CD-B9D4DB454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70707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5C24A7-02D8-0CA5-5810-6124AF724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4248268-F25A-0FA0-45AE-8907B551C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3B9A8E4-D6C3-F175-F5CF-9B0D1272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84F0734-CFD8-EDDB-52B3-91C6125CC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773962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1290EC4-C4FC-6A52-6F69-F40309F8B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C28BC31-E0D4-1083-97D1-DBD0064FC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837B3B9-FDB2-DC30-E4C9-CA7E6CAFD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10984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3AB95-3138-C5E6-E36F-E924B471E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17E2F2-BCF9-7D34-93E0-80631B768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1FA3F2C-CD88-74F5-7223-BB8438BD1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4E542B4-8B14-6904-28AA-C44A6C2FF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E9525D6-45CB-70A0-CD17-18CDFF9C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938601F-F57A-1D03-57D3-EEE75C07C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134287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871C5-CC05-5F1A-0FF4-1AABCDFB1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ED4BE88-120D-D06D-42A3-FD70A9FE3A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E68F4DE-F6C8-F034-2138-25DF61B93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498AC88-35B4-2ED8-F9F8-177CF792F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8A41D3-6495-B84F-4F83-4BD801CEE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3E971A0-AAAB-CF0E-5418-4A0CD7582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3987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C0FC8-5F73-C6DC-76E7-CA827BC9B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FF7D70E-343D-9532-DB48-A50EBE7D0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D330CD7-5279-E9EB-8C43-EEDB579EB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5FF04E-0E41-3F25-75EC-CEEA4672B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B2C8C13-CBCA-A77E-E540-9FC233BE0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34027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2578872-3BF3-8A3D-D41B-CDC067E073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B2E8ED5-20DF-E42B-E786-727C0C8E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CB5F85-7438-4F3B-095E-1B07EC691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D304AE4-3A85-288D-F3AA-5FB3CCE20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650F708-B5AC-AFDB-7E85-0E49FAB29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56975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823F72E-AC0F-2870-4590-896424F88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998F8EF-603B-F6DF-C926-E6E0E1554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0A34BD3-378A-2936-B8B5-1B05560008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EB29B-58AF-44B1-A702-63C5B7077D5A}" type="datetimeFigureOut">
              <a:rPr lang="es-GT" smtClean="0"/>
              <a:t>18/03/2026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D98D8F4-241A-7C7E-638A-9CDB249B89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2327F6E-BABA-4C59-257F-3943F7350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83A0AF-9D38-4525-BC2F-9BC42E0AF673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596158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customXml" Target="../ink/ink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customXml" Target="../ink/ink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customXml" Target="../ink/ink6.xml"/><Relationship Id="rId7" Type="http://schemas.openxmlformats.org/officeDocument/2006/relationships/customXml" Target="../ink/ink8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customXml" Target="../ink/ink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44F0E92-F9CE-A0DD-E9AD-BB1CC642C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Clase lunes 9 marzo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881491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EFDDE-1DE2-3143-F5BA-FBE13022B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E1F376A-7464-FA58-D054-801E4307C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416" y="1185549"/>
            <a:ext cx="6573167" cy="44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00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C774F1-4156-AE67-F46A-DC37E9154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FB61550-A6BF-FECE-ABD5-77A36EFFF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100" y="347232"/>
            <a:ext cx="7163800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21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72544-8289-445A-308A-6F02D90B3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A24BD23-9751-668A-A4BB-D8392BFB4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442" y="313890"/>
            <a:ext cx="7097115" cy="62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82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6ABDB-E96A-3D7D-A162-1198D848B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60A1132-CB29-781E-82B9-8B3DF4FDD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416" y="366285"/>
            <a:ext cx="7297168" cy="612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914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595DB6-D0A2-C0A1-2E13-9748ED77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1D089C8-DC2C-7AC9-BB9F-36A7A41EC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442" y="366285"/>
            <a:ext cx="7097115" cy="612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667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167E31-FA73-2626-2CBB-989620670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DQIM</a:t>
            </a:r>
            <a:br>
              <a:rPr lang="es-MX"/>
            </a:br>
            <a:br>
              <a:rPr lang="es-MX"/>
            </a:b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300425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062165-9F14-01CC-E379-84C589A6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TEXTO</a:t>
            </a:r>
            <a:br>
              <a:rPr lang="es-GT" dirty="0"/>
            </a:b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1659933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9DA96-1E5E-685A-B3B2-DBC1F7013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6F37791-0A67-BD75-CA5B-DBDD81EB0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888" y="937865"/>
            <a:ext cx="9126224" cy="498227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A7EB19D4-8814-5373-1F06-A0156D87AE45}"/>
                  </a:ext>
                </a:extLst>
              </p14:cNvPr>
              <p14:cNvContentPartPr/>
              <p14:nvPr/>
            </p14:nvContentPartPr>
            <p14:xfrm>
              <a:off x="1603274" y="1292428"/>
              <a:ext cx="2748240" cy="50472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A7EB19D4-8814-5373-1F06-A0156D87AE4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9274" y="1184428"/>
                <a:ext cx="2855880" cy="72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FE282762-B10C-323E-8261-AA0BCB379051}"/>
                  </a:ext>
                </a:extLst>
              </p14:cNvPr>
              <p14:cNvContentPartPr/>
              <p14:nvPr/>
            </p14:nvContentPartPr>
            <p14:xfrm>
              <a:off x="421754" y="4726468"/>
              <a:ext cx="360" cy="3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FE282762-B10C-323E-8261-AA0BCB37905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7754" y="4618468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8554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824038-A49A-4D72-A11C-E54661565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B2B1A93-783E-9742-AC00-2FD653C36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811" y="1599944"/>
            <a:ext cx="6468378" cy="365811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63CA650-D6B4-7C4B-32C7-B66717EB33EC}"/>
                  </a:ext>
                </a:extLst>
              </p14:cNvPr>
              <p14:cNvContentPartPr/>
              <p14:nvPr/>
            </p14:nvContentPartPr>
            <p14:xfrm>
              <a:off x="8102354" y="2447668"/>
              <a:ext cx="1933920" cy="20052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63CA650-D6B4-7C4B-32C7-B66717EB33E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48714" y="2339668"/>
                <a:ext cx="2041560" cy="416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9461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E85F51-3519-BA0A-90E4-C7778DDFA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E77ACFDE-14AA-16DC-E4C4-0AEF7037691F}"/>
                  </a:ext>
                </a:extLst>
              </p14:cNvPr>
              <p14:cNvContentPartPr/>
              <p14:nvPr/>
            </p14:nvContentPartPr>
            <p14:xfrm>
              <a:off x="7610234" y="3713428"/>
              <a:ext cx="360" cy="3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E77ACFDE-14AA-16DC-E4C4-0AEF7037691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56234" y="3605788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56466103-86FC-45D5-2786-A2CAA140AB2E}"/>
                  </a:ext>
                </a:extLst>
              </p14:cNvPr>
              <p14:cNvContentPartPr/>
              <p14:nvPr/>
            </p14:nvContentPartPr>
            <p14:xfrm>
              <a:off x="5612594" y="2334628"/>
              <a:ext cx="360" cy="360"/>
            </p14:xfrm>
          </p:contentPart>
        </mc:Choice>
        <mc:Fallback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56466103-86FC-45D5-2786-A2CAA140AB2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58954" y="222698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8" name="Imagen 7">
            <a:extLst>
              <a:ext uri="{FF2B5EF4-FFF2-40B4-BE49-F238E27FC236}">
                <a16:creationId xmlns:a16="http://schemas.microsoft.com/office/drawing/2014/main" id="{3D2C6F59-A3C2-E158-643C-552375A86F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4259" y="1485629"/>
            <a:ext cx="5963482" cy="388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775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35897-3BCB-C10A-7B4C-423254201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E957DB2-AA1A-449D-E102-1DDF2B6DF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099" y="1047417"/>
            <a:ext cx="8973802" cy="476316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585CA75D-00AA-D0D7-0C0A-2581793755DA}"/>
                  </a:ext>
                </a:extLst>
              </p14:cNvPr>
              <p14:cNvContentPartPr/>
              <p14:nvPr/>
            </p14:nvContentPartPr>
            <p14:xfrm>
              <a:off x="3072074" y="1785988"/>
              <a:ext cx="2014920" cy="41688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585CA75D-00AA-D0D7-0C0A-2581793755D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18434" y="1677988"/>
                <a:ext cx="2122560" cy="63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DCA52E14-D68A-F1A8-5941-A692A00F0542}"/>
                  </a:ext>
                </a:extLst>
              </p14:cNvPr>
              <p14:cNvContentPartPr/>
              <p14:nvPr/>
            </p14:nvContentPartPr>
            <p14:xfrm>
              <a:off x="5047754" y="4055428"/>
              <a:ext cx="1755000" cy="43884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DCA52E14-D68A-F1A8-5941-A692A00F054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93754" y="3947788"/>
                <a:ext cx="1862640" cy="65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A78D88F6-D915-1A87-AC7E-26DEAE84A94F}"/>
                  </a:ext>
                </a:extLst>
              </p14:cNvPr>
              <p14:cNvContentPartPr/>
              <p14:nvPr/>
            </p14:nvContentPartPr>
            <p14:xfrm>
              <a:off x="3133634" y="1795708"/>
              <a:ext cx="1791360" cy="83232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A78D88F6-D915-1A87-AC7E-26DEAE84A94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079994" y="1687708"/>
                <a:ext cx="1899000" cy="1047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6678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FF0CB-563F-AE8A-1CAD-1B202DD0B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C3167D0F-2D6F-D8DA-C4D6-65511F5378EF}"/>
                  </a:ext>
                </a:extLst>
              </p14:cNvPr>
              <p14:cNvContentPartPr/>
              <p14:nvPr/>
            </p14:nvContentPartPr>
            <p14:xfrm>
              <a:off x="4740674" y="4782628"/>
              <a:ext cx="360" cy="3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C3167D0F-2D6F-D8DA-C4D6-65511F5378E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86674" y="467498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273D6380-81D6-5312-227A-D72981622B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601" y="2376340"/>
            <a:ext cx="5172797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71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8A99A1-8DC6-1312-344D-6A8A1049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2912460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6B0886-8117-5F63-DEE3-D72659147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903891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AF3D0B-C119-2EAE-832F-C13937F3F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31799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5F25C1-2B43-A940-5C11-54BD89D89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5924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9E721D-51CC-3C4E-B7B0-6385228B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000500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732183-1D45-3BB0-B599-3DAF0935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750283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9</Words>
  <Application>Microsoft Office PowerPoint</Application>
  <PresentationFormat>Panorámica</PresentationFormat>
  <Paragraphs>3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Tema de Office</vt:lpstr>
      <vt:lpstr>Clase lunes 9 marzo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DQIM  </vt:lpstr>
      <vt:lpstr>TEXTO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Rivera</dc:creator>
  <cp:lastModifiedBy>Ivan Carreto</cp:lastModifiedBy>
  <cp:revision>2</cp:revision>
  <dcterms:created xsi:type="dcterms:W3CDTF">2026-03-18T05:52:23Z</dcterms:created>
  <dcterms:modified xsi:type="dcterms:W3CDTF">2026-03-18T22:54:58Z</dcterms:modified>
</cp:coreProperties>
</file>