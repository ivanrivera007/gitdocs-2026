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31BC5-7610-E88B-17C6-A6C94575A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BBF230-75FF-AF91-A61C-1D828089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E6C1E-D027-FEEE-716D-A86A42F8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4C686-FE17-83CD-CCC1-77F1C870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68FA69-752B-00C8-5A67-6B052B78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4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EDF32-6A92-B231-206A-170B87DC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276B11-50AD-0A96-9B1E-FB5B2DD67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824BE-33B0-1AD1-785D-3FDCCF8E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F58CBF-058B-DDE8-72E2-312388F5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D66A0-EEED-A21C-A217-0734A766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4421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E89E2-96FB-88D8-FEA9-586ED30F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E7B5C-903D-3DB2-6DE9-8755F1511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1CF2EF-6976-FA82-00E9-CC3E95DB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A233B2-1E83-1627-2BF6-E0B76081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69D4DA-6BEC-FDC3-8524-E00FB432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8101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7E7D6-B79C-A404-D1D6-090F5CD8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E2A69A-8A79-F9F0-4986-45FDCD697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615EFC-0121-0D1E-849D-1E1B2D8CB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8455-158B-6435-35C1-DF49E811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802928-7F82-7D6D-625C-12EE4614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F1CBC2-F05A-3D69-8391-DD61A5F0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3194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54371-C3D7-C5B4-111C-75C116FD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4AC9B0-47AC-BE39-DB6B-F5717A23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855B26-019E-4F41-BBD3-7390CA1FD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EAE01D-8842-14AF-267C-415E573B6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ACF8EB-BDFC-E151-69C4-E980D76FD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8B09FA-62C8-8D53-EC9E-9EAAD288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128585-3758-EDAD-C9C4-FF294542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241172-2FAE-015E-C29F-2B7B38E9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82106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93142-DABF-F808-08BB-62AF4434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B8E952-C79D-A2BD-1B2D-3CD03752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1269AF-21BC-856B-BF9E-68B3BC04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6A5EEC-9E61-B37A-316B-62982BA2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139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56E5F4-12A0-D6BE-22EC-C2DD9367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B2EDDB-A328-8E08-BEFF-024BA8A2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FFC6D4-D286-C166-25A7-38532D6C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0037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FDDED-89FA-B48E-595D-3F94A24E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87184-6CF0-17DA-A28C-CD75A53C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5F2C0C-2816-FC02-3650-D157B976D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69EC42-0E53-1CED-425E-05BB4D88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6AB27A-CB31-5C4B-A555-E4F80F36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B7E2A2-2B6B-B2F3-413A-48EACE33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884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B3E6F-FDBA-5597-60BA-5588400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E8E6542-38EB-AC3A-C0FE-F02802306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572936-2F0F-5F32-8B25-A190B8B2A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695D6E-270C-C96A-BE4F-2E2B4005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E0B409-EF5D-3F52-400F-E76330C16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F53AF2-D6CF-7756-D1F3-6F0568C0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5503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3E9A2-D539-9B3D-04F6-69498BA1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A682C3-F91E-569B-74DF-6737EF19B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38F245-9CD4-2C99-AFAD-ADB33F1A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B509AA-378B-F3B6-4FCF-A018198A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F24955-3C32-CEA3-A5E1-08DDE9E4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7601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5CB722-F683-FFA2-0755-71C2EC93B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75317B-9049-1AE7-0223-EEF9EFED4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BCA90-56BC-C004-4F7C-097764B8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7A932B-7C49-420B-1AF3-6571E599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CB2573-8C0F-9D74-CC4B-442BCFED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6457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97BC41-4ED3-AA1F-D772-3E4641D6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936DCE-F340-E4C1-AAD8-128F22F42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E40B25-272C-827D-3D49-10072B623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C21CB-5285-48FE-B236-353F5D75DC27}" type="datetimeFigureOut">
              <a:rPr lang="es-GT" smtClean="0"/>
              <a:t>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957EC4-CD2F-43A5-53BC-677D6DB33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5A6AE3-A761-337E-FEFB-D293B9CC4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0F7AD-7395-44A3-8068-921DA776C3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2372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BF3B1C1-8F67-4ACE-9121-19C73A9F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281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1218ED8-54EF-D45D-B69F-3974C3CC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369555-45C7-495D-C141-36A70751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96.16 por ciento de compactación</a:t>
            </a:r>
          </a:p>
          <a:p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D3020D-7331-10C5-FBA1-DE14808D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61" y="2416175"/>
            <a:ext cx="9622814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5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F2EAA-ABA0-2112-0E83-DBBFD129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dirty="0"/>
              <a:t>Consolidación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3A4DAF-F99D-7C65-A057-5B58F669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32" y="1690688"/>
            <a:ext cx="7532452" cy="46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4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C50D0-D125-8DC8-5CA8-8560D08D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D2749A-5DB4-9BDC-EF89-17843F162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69" y="428622"/>
            <a:ext cx="6207590" cy="60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2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486BD-F64F-60CA-67CF-51812CF5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5DB5DD-D503-88B6-1A5D-129F2CE3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54" y="1321411"/>
            <a:ext cx="798195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0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9C0E8-88D3-03B3-E275-AF4EA878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Ensayo odómetro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3A6A5E-F2AF-83B8-F43B-7D3870BC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41" y="1345736"/>
            <a:ext cx="81724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4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F25A9-566D-5D7B-5E28-33A38153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F46344-9152-A64A-DA67-E2B90D3E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04" y="807134"/>
            <a:ext cx="10343096" cy="524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0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736B6-707F-36D1-EA3C-0978FE25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Esfuerzo efectivo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4C80E3-E424-4C04-9196-FEDB7EF77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79" y="1391455"/>
            <a:ext cx="76866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7C0EB-BEB1-18D4-E727-C6F079C4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 err="1"/>
              <a:t>Particulas</a:t>
            </a:r>
            <a:r>
              <a:rPr lang="es-GT" dirty="0"/>
              <a:t> de suelo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C2C001-68DA-E7EE-5077-5F4C06B1C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87" y="1609725"/>
            <a:ext cx="8143875" cy="52482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3C123DC-49F5-88C9-52B1-019EA8E0AD6E}"/>
              </a:ext>
            </a:extLst>
          </p:cNvPr>
          <p:cNvSpPr/>
          <p:nvPr/>
        </p:nvSpPr>
        <p:spPr>
          <a:xfrm>
            <a:off x="529799" y="2136338"/>
            <a:ext cx="2527579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Presion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poros </a:t>
            </a:r>
          </a:p>
        </p:txBody>
      </p:sp>
    </p:spTree>
    <p:extLst>
      <p:ext uri="{BB962C8B-B14F-4D97-AF65-F5344CB8AC3E}">
        <p14:creationId xmlns:p14="http://schemas.microsoft.com/office/powerpoint/2010/main" val="64595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3FD2-4FCD-9352-18CC-50D753A2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B2EDF2-9D40-F6D2-A4D9-F6D07EA64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600075"/>
            <a:ext cx="78390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2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692A0-E2A0-D25F-E145-C909BE7E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7020D1-EED0-5C20-E0D0-D42DD28E7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362075"/>
            <a:ext cx="71818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E8886-BD8F-6D69-3F80-D2FE8CD1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60566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89CBB-495A-FA68-5507-A3930202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1282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42340-FE35-BACD-A64C-FB40FA15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7885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9ACA-470B-4F46-0CAB-841AAEBC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29756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20284-A39F-5CCD-B3A6-22D96972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4205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582BC-B934-7206-F7D5-2AB7718A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41795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7FCC2-AB68-81AE-F39B-A4DB1E60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7608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E4F4C-A32A-1425-4B8D-C180E057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025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B414B-007D-BB18-0AF6-CD64F0C3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1635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5C0-8B09-011B-A56E-5A843031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4315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596A7-0AF9-2CFB-570E-8EBAF845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6588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Panorámica</PresentationFormat>
  <Paragraphs>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Consolidación</vt:lpstr>
      <vt:lpstr>Presentación de PowerPoint</vt:lpstr>
      <vt:lpstr>Presentación de PowerPoint</vt:lpstr>
      <vt:lpstr>Ensayo odómetro </vt:lpstr>
      <vt:lpstr>Presentación de PowerPoint</vt:lpstr>
      <vt:lpstr>Esfuerzo efectivo </vt:lpstr>
      <vt:lpstr>Particulas de suelo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2026-03-07T16:37:14Z</dcterms:created>
  <dcterms:modified xsi:type="dcterms:W3CDTF">2026-03-07T16:37:42Z</dcterms:modified>
</cp:coreProperties>
</file>